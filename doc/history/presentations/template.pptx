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tableStyles.xml" Type="http://schemas.openxmlformats.org/officeDocument/2006/relationships/tableStyles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notesMasters/notesMaster1.xml" Type="http://schemas.openxmlformats.org/officeDocument/2006/relationships/notesMaster"/><Relationship Id="rId7" Target="presProps.xml" Type="http://schemas.openxmlformats.org/officeDocument/2006/relationships/presProps"/><Relationship Id="rId8" Target="viewProps.xml" Type="http://schemas.openxmlformats.org/officeDocument/2006/relationships/viewProps"/><Relationship Id="rId9" Target="theme/theme1.xml" Type="http://schemas.openxmlformats.org/officeDocument/2006/relationships/them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5" name="Title 1"/>
          <p:cNvSpPr>
            <a:spLocks noGrp="1"/>
          </p:cNvSpPr>
          <p:nvPr>
            <p:ph type="ctrTitle"/>
          </p:nvPr>
        </p:nvSpPr>
        <p:spPr>
          <a:xfrm>
            <a:off x="304800" y="1879600"/>
            <a:ext cx="9080500" cy="4749800"/>
          </a:xfrm>
        </p:spPr>
        <p:txBody>
          <a:bodyPr/>
          <a:lstStyle/>
          <a:p>
            <a:r>
              <a:rPr lang="en-US" sz="3600" b="true">
                <a:solidFill>
                  <a:srgbClr val="003CD3"/>
                </a:solidFill>
                <a:latin typeface="Frutiger for ZKB Light"/>
              </a:rPr>
            </a:r>
          </a:p>
        </p:txBody>
      </p:sp>
      <p:sp>
        <p:nvSpPr>
          <p:cNvPr id="10006" name="Subtitle 2"/>
          <p:cNvSpPr>
            <a:spLocks noGrp="1"/>
          </p:cNvSpPr>
          <p:nvPr>
            <p:ph type="subTitle" idx="1"/>
          </p:nvPr>
        </p:nvSpPr>
        <p:spPr>
          <a:xfrm>
            <a:off x="304800" y="292100"/>
            <a:ext cx="9080500" cy="254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z="1400" b="false">
                <a:solidFill>
                  <a:srgbClr val="003CD3"/>
                </a:solidFill>
                <a:latin typeface="Frutiger for ZKB Light"/>
              </a:rPr>
            </a:r>
          </a:p>
        </p:txBody>
      </p:sp>
      <p:sp>
        <p:nvSpPr>
          <p:cNvPr id="1000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0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0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true">
                <a:solidFill>
                  <a:srgbClr val="003CD3"/>
                </a:solidFill>
                <a:latin typeface="Frutiger for ZKB Light"/>
              </a:rPr>
            </a:r>
          </a:p>
        </p:txBody>
      </p:sp>
      <p:sp>
        <p:nvSpPr>
          <p:cNvPr id="10038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false">
                <a:solidFill>
                  <a:srgbClr val="000000"/>
                </a:solidFill>
                <a:latin typeface="Frutiger for ZKB Light"/>
              </a:rPr>
            </a:r>
          </a:p>
        </p:txBody>
      </p:sp>
      <p:sp>
        <p:nvSpPr>
          <p:cNvPr id="1003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4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4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 b="false">
                <a:solidFill>
                  <a:srgbClr val="003CD3"/>
                </a:solidFill>
                <a:latin typeface="Frutiger for ZKB Light"/>
              </a:rPr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6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047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4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4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5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true">
                <a:solidFill>
                  <a:srgbClr val="003CD3"/>
                </a:solidFill>
                <a:latin typeface="Frutiger for ZKB Light"/>
              </a:rPr>
            </a:r>
          </a:p>
        </p:txBody>
      </p:sp>
      <p:sp>
        <p:nvSpPr>
          <p:cNvPr id="10052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879600"/>
            <a:ext cx="4826000" cy="47498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r>
              <a:rPr lang="en-US" sz="1800" b="false">
                <a:solidFill>
                  <a:srgbClr val="000000"/>
                </a:solidFill>
                <a:latin typeface="Frutiger for ZKB Light"/>
              </a:rPr>
            </a:r>
          </a:p>
        </p:txBody>
      </p:sp>
      <p:sp>
        <p:nvSpPr>
          <p:cNvPr id="10053" name="Content Placeholder 3"/>
          <p:cNvSpPr>
            <a:spLocks noGrp="1"/>
          </p:cNvSpPr>
          <p:nvPr>
            <p:ph sz="half" idx="2"/>
          </p:nvPr>
        </p:nvSpPr>
        <p:spPr>
          <a:xfrm>
            <a:off x="5664200" y="1879600"/>
            <a:ext cx="4826000" cy="47498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r>
              <a:rPr lang="en-US" sz="1800" b="false">
                <a:solidFill>
                  <a:srgbClr val="000000"/>
                </a:solidFill>
                <a:latin typeface="Frutiger for ZKB Light"/>
              </a:rPr>
            </a:r>
          </a:p>
        </p:txBody>
      </p:sp>
      <p:sp>
        <p:nvSpPr>
          <p:cNvPr id="10054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5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5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 b="false">
                <a:solidFill>
                  <a:srgbClr val="003CD3"/>
                </a:solidFill>
                <a:latin typeface="Frutiger for ZKB Light"/>
              </a:rPr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1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022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23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024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25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02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27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2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04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4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4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9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30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31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7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058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059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60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61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62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0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011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10012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13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14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15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017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01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1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2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03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03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3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03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" name="Title Placeholder 1"/>
          <p:cNvSpPr>
            <a:spLocks noGrp="1"/>
          </p:cNvSpPr>
          <p:nvPr>
            <p:ph type="title"/>
          </p:nvPr>
        </p:nvSpPr>
        <p:spPr>
          <a:xfrm>
            <a:off x="304800" y="292100"/>
            <a:ext cx="10185400" cy="86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001" name="Text Placeholder 2"/>
          <p:cNvSpPr>
            <a:spLocks noGrp="1"/>
          </p:cNvSpPr>
          <p:nvPr>
            <p:ph type="body" idx="1"/>
          </p:nvPr>
        </p:nvSpPr>
        <p:spPr>
          <a:xfrm>
            <a:off x="304800" y="1879600"/>
            <a:ext cx="10185400" cy="4749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002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1000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000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4800" y="6794500"/>
            <a:ext cx="1270000" cy="254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4.xml" Type="http://schemas.openxmlformats.org/officeDocument/2006/relationships/slideLayou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3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/>
              <a:t>Presentation Title</a:t>
            </a:r>
          </a:p>
        </p:txBody>
      </p:sp>
      <p:sp>
        <p:nvSpPr>
          <p:cNvPr id="10064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dirty="0" lang="en-US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/>
              <a:t>Slide Title</a:t>
            </a:r>
          </a:p>
        </p:txBody>
      </p:sp>
      <p:sp>
        <p:nvSpPr>
          <p:cNvPr id="1006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0" marL="0">
              <a:buNone/>
            </a:pPr>
            <a:r>
              <a:rPr dirty="0" lang="en-US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/>
              <a:t>Section header</a:t>
            </a:r>
          </a:p>
        </p:txBody>
      </p:sp>
      <p:sp>
        <p:nvSpPr>
          <p:cNvPr id="10068" name="Text Placeholder 2"/>
          <p:cNvSpPr>
            <a:spLocks noGrp="1"/>
          </p:cNvSpPr>
          <p:nvPr>
            <p:ph idx="1" type="body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9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/>
              <a:t>Slide Title for Two-Content</a:t>
            </a:r>
          </a:p>
        </p:txBody>
      </p:sp>
      <p:sp>
        <p:nvSpPr>
          <p:cNvPr id="10070" name="Content Placeholder 4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rPr dirty="0" lang="en-US"/>
              <a:t>Some content on </a:t>
            </a:r>
            <a:r>
              <a:rPr lang="en-US"/>
              <a:t>the left.</a:t>
            </a:r>
            <a:endParaRPr dirty="0" lang="en-US"/>
          </a:p>
          <a:p>
            <a:pPr indent="0" marL="0">
              <a:buNone/>
            </a:pPr>
            <a:endParaRPr dirty="0" lang="en-US"/>
          </a:p>
        </p:txBody>
      </p:sp>
      <p:sp>
        <p:nvSpPr>
          <p:cNvPr id="10071" name="Content Placeholder 5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dirty="0" lang="en-US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Frutiger for ZKB Light"/>
        <a:ea typeface="Frutiger for ZKB Light"/>
        <a:cs typeface="Frutiger for ZKB Light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utiger for ZKB Light"/>
        <a:ea typeface="Frutiger for ZKB Light"/>
        <a:cs typeface="Frutiger for ZKB Light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2017-06-05T14:10:58Z</dcterms:created>
  <dc:creator>Jesse Rosenthal</dc:creator>
  <cp:lastModifiedBy>Jesse Rosenthal</cp:lastModifiedBy>
  <dcterms:modified xsi:type="dcterms:W3CDTF">2022-01-02T22:49:03Z</dcterms:modified>
  <cp:revision>5</cp:revision>
  <dc:title>Title</dc:title>
</cp:coreProperties>
</file>