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60" y="5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presProps.xml" Type="http://schemas.openxmlformats.org/officeDocument/2006/relationships/presProps"/><Relationship Id="rId13" Target="viewProps.xml" Type="http://schemas.openxmlformats.org/officeDocument/2006/relationships/viewProps"/><Relationship Id="rId14" Target="theme/theme1.xml" Type="http://schemas.openxmlformats.org/officeDocument/2006/relationships/theme"/><Relationship Id="rId15" Target="tableStyles.xml" Type="http://schemas.openxmlformats.org/officeDocument/2006/relationships/tableStyles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7210" y="484188"/>
            <a:ext cx="9642764" cy="8636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23158" y="1528948"/>
            <a:ext cx="8550233" cy="64423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548640"/>
            <a:ext cx="9418320" cy="0"/>
          </a:xfrm>
        </p:spPr>
        <p:txBody>
          <a:bodyPr/>
          <a:lstStyle/>
          <a:p>
            <a:pPr>
              <a:defRPr sz="2800"/>
            </a:pP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600200"/>
            <a:ext cx="10533413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857012" y="6356350"/>
            <a:ext cx="2133600" cy="365125"/>
          </a:xfrm>
        </p:spPr>
        <p:txBody>
          <a:bodyPr/>
          <a:lstStyle/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548640"/>
            <a:ext cx="941832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 sz="2800"/>
            </a:pP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1645920"/>
            <a:ext cx="9418320" cy="4389120"/>
          </a:xfrm>
        </p:spPr>
        <p:txBody>
          <a:bodyPr wrap="square"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 sz="1800"/>
            </a:pP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548640"/>
            <a:ext cx="9418320" cy="0"/>
          </a:xfrm>
        </p:spPr>
        <p:txBody>
          <a:bodyPr/>
          <a:lstStyle/>
          <a:p>
            <a:pPr>
              <a:defRPr sz="2800"/>
            </a:pP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199" y="1600200"/>
            <a:ext cx="577734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1685" y="1549730"/>
            <a:ext cx="5319939" cy="457643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548640"/>
            <a:ext cx="9418320" cy="0"/>
          </a:xfrm>
        </p:spPr>
        <p:txBody>
          <a:bodyPr/>
          <a:lstStyle>
            <a:lvl1pPr>
              <a:defRPr/>
            </a:lvl1pPr>
          </a:lstStyle>
          <a:p>
            <a:pPr>
              <a:defRPr sz="2800"/>
            </a:pP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1645920"/>
            <a:ext cx="9418320" cy="4389120"/>
          </a:xfrm>
        </p:spPr>
        <p:txBody>
          <a:bodyPr wrap="square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 sz="1800"/>
            </a:pP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199" y="2174875"/>
            <a:ext cx="5741719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71600" y="1645920"/>
            <a:ext cx="9418320" cy="4389120"/>
          </a:xfrm>
        </p:spPr>
        <p:txBody>
          <a:bodyPr wrap="square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 sz="1800"/>
            </a:pPr>
            <a:endParaRPr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50075" y="2174875"/>
            <a:ext cx="5110554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548640"/>
            <a:ext cx="9418320" cy="0"/>
          </a:xfrm>
        </p:spPr>
        <p:txBody>
          <a:bodyPr/>
          <a:lstStyle/>
          <a:p>
            <a:pPr>
              <a:defRPr sz="2800"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9723120" y="6267285"/>
            <a:ext cx="2133600" cy="365125"/>
          </a:xfrm>
        </p:spPr>
        <p:txBody>
          <a:bodyPr/>
          <a:lstStyle/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60478" y="6353464"/>
            <a:ext cx="2133600" cy="365125"/>
          </a:xfrm>
        </p:spPr>
        <p:txBody>
          <a:bodyPr/>
          <a:lstStyle/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548640"/>
            <a:ext cx="9418320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 sz="2800"/>
            </a:pP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71600" y="1645920"/>
            <a:ext cx="9418320" cy="4389120"/>
          </a:xfrm>
        </p:spPr>
        <p:txBody>
          <a:bodyPr wrap="square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 sz="1800"/>
            </a:pP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548640"/>
            <a:ext cx="941832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 sz="2800"/>
            </a:pP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71600" y="1645920"/>
            <a:ext cx="9418320" cy="4389120"/>
          </a:xfrm>
        </p:spPr>
        <p:txBody>
          <a:bodyPr wrap="square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 sz="1800"/>
            </a:pP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548640"/>
            <a:ext cx="9418320" cy="0"/>
          </a:xfrm>
        </p:spPr>
        <p:txBody>
          <a:bodyPr/>
          <a:lstStyle/>
          <a:p>
            <a:pPr>
              <a:defRPr sz="2800"/>
            </a:pP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1645920"/>
            <a:ext cx="9418320" cy="4389120"/>
          </a:xfrm>
        </p:spPr>
        <p:txBody>
          <a:bodyPr vert="eaVert" wrap="square"/>
          <a:lstStyle/>
          <a:p>
            <a:pPr lvl="0">
              <a:defRPr sz="1800"/>
            </a:pP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71600" y="548640"/>
            <a:ext cx="9418320" cy="5851525"/>
          </a:xfrm>
        </p:spPr>
        <p:txBody>
          <a:bodyPr vert="eaVert"/>
          <a:lstStyle/>
          <a:p>
            <a:pPr>
              <a:defRPr sz="2800"/>
            </a:pP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1645920"/>
            <a:ext cx="9418320" cy="4389120"/>
          </a:xfrm>
        </p:spPr>
        <p:txBody>
          <a:bodyPr vert="eaVert" wrap="square"/>
          <a:lstStyle/>
          <a:p>
            <a:pPr lvl="0">
              <a:defRPr sz="1800"/>
            </a:pP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323122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199" y="1600200"/>
            <a:ext cx="11513127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8255000" y="6350000"/>
            <a:ext cx="635000" cy="381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/>
            </a:r>
            <a:endParaRPr lang="en-US" sz="1100"/>
          </a:p>
          <a:p>
            <a:r>
              <a:rPr lang="en-US" sz="1000">
                <a:solidFill>
                  <a:srgbClr val="808080"/>
                </a:solidFill>
                <a:latin typeface="Arial"/>
              </a:rPr>
              <a:t>&lt;#&gt;</a:t>
            </a:r>
          </a:p>
        </p:txBody>
      </p:sp>
      <p:sp>
        <p:nvSpPr>
          <p:cNvPr name="TextBox 8" id="8"/>
          <p:cNvSpPr txBox="true"/>
          <p:nvPr/>
        </p:nvSpPr>
        <p:spPr>
          <a:xfrm>
            <a:off x="635000" y="6350000"/>
            <a:ext cx="5080000" cy="381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/>
            </a:r>
            <a:endParaRPr lang="en-US" sz="1100"/>
          </a:p>
          <a:p>
            <a:r>
              <a:rPr lang="en-US" sz="1000">
                <a:solidFill>
                  <a:srgbClr val="808080"/>
                </a:solidFill>
                <a:latin typeface="Arial"/>
              </a:rPr>
              <a:t>AngularAI Project</a:t>
            </a:r>
          </a:p>
        </p:txBody>
      </p:sp>
      <p:sp>
        <p:nvSpPr>
          <p:cNvPr name="TextBox 9" id="9"/>
          <p:cNvSpPr txBox="true"/>
          <p:nvPr/>
        </p:nvSpPr>
        <p:spPr>
          <a:xfrm>
            <a:off x="8255000" y="6477000"/>
            <a:ext cx="635000" cy="254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/>
            </a:r>
            <a:endParaRPr lang="en-US" sz="1100"/>
          </a:p>
          <a:p>
            <a:pPr algn="r"/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  <p:sp>
        <p:nvSpPr>
          <p:cNvPr name="TextBox 10" id="10"/>
          <p:cNvSpPr txBox="true"/>
          <p:nvPr/>
        </p:nvSpPr>
        <p:spPr>
          <a:xfrm>
            <a:off x="508000" y="6477000"/>
            <a:ext cx="5080000" cy="254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/>
            </a:r>
            <a:endParaRPr lang="en-US" sz="1100"/>
          </a:p>
          <a:p>
            <a:r>
              <a:rPr lang="en-US" sz="900">
                <a:solidFill>
                  <a:srgbClr val="808080"/>
                </a:solidFill>
                <a:latin typeface="Calibri"/>
              </a:rPr>
              <a:t>AngularAI - Softwareentwicklung mit AI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3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sldNum"/>
          </p:nvPr>
        </p:nvSpPr>
        <p:spPr>
          <a:xfrm>
            <a:off x="7620000" y="6350000"/>
            <a:ext cx="1270000" cy="381000"/>
          </a:xfrm>
          <a:prstGeom prst="rect">
            <a:avLst/>
          </a:prstGeom>
        </p:spPr>
        <p:txBody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sldNum"/>
          </p:nvPr>
        </p:nvSpPr>
        <p:spPr>
          <a:xfrm>
            <a:off x="7620000" y="6350000"/>
            <a:ext cx="1270000" cy="381000"/>
          </a:xfrm>
          <a:prstGeom prst="rect">
            <a:avLst/>
          </a:prstGeom>
        </p:spPr>
        <p:txBody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8288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3" name="AutoShape 3"/>
          <p:cNvSpPr/>
          <p:nvPr>
            <p:ph type="sldNum"/>
          </p:nvPr>
        </p:nvSpPr>
        <p:spPr>
          <a:xfrm>
            <a:off x="7620000" y="6350000"/>
            <a:ext cx="1270000" cy="381000"/>
          </a:xfrm>
          <a:prstGeom prst="rect">
            <a:avLst/>
          </a:prstGeom>
        </p:spPr>
        <p:txBody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8288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4" name="AutoShape 4"/>
          <p:cNvSpPr/>
          <p:nvPr>
            <p:ph type="sldNum"/>
          </p:nvPr>
        </p:nvSpPr>
        <p:spPr>
          <a:xfrm>
            <a:off x="7620000" y="6350000"/>
            <a:ext cx="1270000" cy="381000"/>
          </a:xfrm>
          <a:prstGeom prst="rect">
            <a:avLst/>
          </a:prstGeom>
        </p:spPr>
        <p:txBody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8288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3" name="AutoShape 3"/>
          <p:cNvSpPr/>
          <p:nvPr>
            <p:ph type="sldNum"/>
          </p:nvPr>
        </p:nvSpPr>
        <p:spPr>
          <a:xfrm>
            <a:off x="7620000" y="6350000"/>
            <a:ext cx="1270000" cy="381000"/>
          </a:xfrm>
          <a:prstGeom prst="rect">
            <a:avLst/>
          </a:prstGeom>
        </p:spPr>
        <p:txBody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8288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4" name="AutoShape 4"/>
          <p:cNvSpPr/>
          <p:nvPr>
            <p:ph type="sldNum"/>
          </p:nvPr>
        </p:nvSpPr>
        <p:spPr>
          <a:xfrm>
            <a:off x="7620000" y="6350000"/>
            <a:ext cx="1270000" cy="381000"/>
          </a:xfrm>
          <a:prstGeom prst="rect">
            <a:avLst/>
          </a:prstGeom>
        </p:spPr>
        <p:txBody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8288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4" name="AutoShape 4"/>
          <p:cNvSpPr/>
          <p:nvPr>
            <p:ph type="sldNum"/>
          </p:nvPr>
        </p:nvSpPr>
        <p:spPr>
          <a:xfrm>
            <a:off x="7620000" y="6350000"/>
            <a:ext cx="1270000" cy="381000"/>
          </a:xfrm>
          <a:prstGeom prst="rect">
            <a:avLst/>
          </a:prstGeom>
        </p:spPr>
        <p:txBody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8288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3" name="AutoShape 3"/>
          <p:cNvSpPr/>
          <p:nvPr>
            <p:ph type="sldNum"/>
          </p:nvPr>
        </p:nvSpPr>
        <p:spPr>
          <a:xfrm>
            <a:off x="7620000" y="6350000"/>
            <a:ext cx="1270000" cy="381000"/>
          </a:xfrm>
          <a:prstGeom prst="rect">
            <a:avLst/>
          </a:prstGeom>
        </p:spPr>
        <p:txBody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>
            <p:ph type="sldNum"/>
          </p:nvPr>
        </p:nvSpPr>
        <p:spPr>
          <a:xfrm>
            <a:off x="7620000" y="6350000"/>
            <a:ext cx="1270000" cy="381000"/>
          </a:xfrm>
          <a:prstGeom prst="rect">
            <a:avLst/>
          </a:prstGeom>
        </p:spPr>
        <p:txBody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8288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  <p:sp>
        <p:nvSpPr>
          <p:cNvPr id="3" name="AutoShape 3"/>
          <p:cNvSpPr/>
          <p:nvPr>
            <p:ph type="sldNum"/>
          </p:nvPr>
        </p:nvSpPr>
        <p:spPr>
          <a:xfrm>
            <a:off x="7620000" y="6350000"/>
            <a:ext cx="1270000" cy="381000"/>
          </a:xfrm>
          <a:prstGeom prst="rect">
            <a:avLst/>
          </a:prstGeom>
        </p:spPr>
        <p:txBody>
          <a:p>
            <a:r>
              <a:rPr lang="en-US" sz="900">
                <a:solidFill>
                  <a:srgbClr val="808080"/>
                </a:solidFill>
                <a:latin typeface="Calibri"/>
              </a:rPr>
              <a:t>&lt;#&gt;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2013-01-27T09:14:16Z</dcterms:created>
  <dc:description>generated using python-pptx</dc:description>
  <cp:lastModifiedBy>Juerg Good</cp:lastModifiedBy>
  <dcterms:modified xsi:type="dcterms:W3CDTF">2026-01-19T12:26:22Z</dcterms:modified>
  <cp:revision>5</cp:revision>
</cp:coreProperties>
</file>