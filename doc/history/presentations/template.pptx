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5" name="Title 1"/>
          <p:cNvSpPr>
            <a:spLocks noGrp="1"/>
          </p:cNvSpPr>
          <p:nvPr>
            <p:ph type="ctrTitle"/>
          </p:nvPr>
        </p:nvSpPr>
        <p:spPr>
          <a:xfrm>
            <a:off x="304800" y="1879600"/>
            <a:ext cx="9080500" cy="4749800"/>
          </a:xfrm>
        </p:spPr>
        <p:txBody>
          <a:bodyPr/>
          <a:lstStyle/>
          <a:p>
            <a:r>
              <a:rPr lang="en-US" sz="3600" b="true">
                <a:solidFill>
                  <a:srgbClr val="003CD3"/>
                </a:solidFill>
                <a:latin typeface="Frutiger for ZKB Light"/>
              </a:rPr>
              <a:t/>
            </a:r>
          </a:p>
        </p:txBody>
      </p:sp>
      <p:sp>
        <p:nvSpPr>
          <p:cNvPr id="10006" name="Subtitle 2"/>
          <p:cNvSpPr>
            <a:spLocks noGrp="1"/>
          </p:cNvSpPr>
          <p:nvPr>
            <p:ph type="subTitle" idx="1"/>
          </p:nvPr>
        </p:nvSpPr>
        <p:spPr>
          <a:xfrm>
            <a:off x="304800" y="292100"/>
            <a:ext cx="9080500" cy="254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z="1400">
                <a:solidFill>
                  <a:srgbClr val="003CD3"/>
                </a:solidFill>
                <a:latin typeface="Frutiger for ZKB Light"/>
              </a:rPr>
              <a:t/>
            </a:r>
          </a:p>
        </p:txBody>
      </p:sp>
      <p:sp>
        <p:nvSpPr>
          <p:cNvPr id="1000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1000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00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name="Picture 7" id="10010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name="AutoShape 8" id="10011"/>
          <p:cNvSpPr/>
          <p:nvPr>
            <p:ph type="sldNum"/>
          </p:nvPr>
        </p:nvSpPr>
        <p:spPr>
          <a:xfrm>
            <a:off x="304800" y="6794500"/>
            <a:ext cx="1270000" cy="254000"/>
          </a:xfrm>
          <a:prstGeom prst="rect">
            <a:avLst/>
          </a:prstGeom>
        </p:spPr>
        <p:txBody>
          <a:p>
            <a:fld type="slidenum">
              <a:rPr sz="900">
                <a:solidFill>
                  <a:srgbClr val="003CD3"/>
                </a:solidFill>
                <a:latin typeface="Frutiger for ZKB Light"/>
              </a:rPr>
              <a:t>&lt;#&gt;</a:t>
            </a:fld>
          </a:p>
        </p:txBody>
      </p:sp>
      <p:sp>
        <p:nvSpPr>
          <p:cNvPr name="AutoShape 9" id="10012"/>
          <p:cNvSpPr/>
          <p:nvPr>
            <p:ph type="ftr"/>
          </p:nvPr>
        </p:nvSpPr>
        <p:spPr>
          <a:xfrm>
            <a:off x="1905000" y="6794500"/>
            <a:ext cx="7620000" cy="254000"/>
          </a:xfrm>
          <a:prstGeom prst="rect">
            <a:avLst/>
          </a:prstGeom>
        </p:spPr>
        <p:txBody>
          <a:p>
            <a:r>
              <a:rPr lang="en-US" sz="900">
                <a:solidFill>
                  <a:srgbClr val="808080"/>
                </a:solidFill>
                <a:latin typeface="Frutiger for ZKB Light"/>
              </a:rPr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true">
                <a:solidFill>
                  <a:srgbClr val="003CD3"/>
                </a:solidFill>
                <a:latin typeface="Frutiger for ZKB Light"/>
              </a:rPr>
              <a:t/>
            </a:r>
          </a:p>
        </p:txBody>
      </p:sp>
      <p:sp>
        <p:nvSpPr>
          <p:cNvPr id="100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>
                <a:solidFill>
                  <a:srgbClr val="000000"/>
                </a:solidFill>
                <a:latin typeface="Frutiger for ZKB Light"/>
              </a:rPr>
              <a:t/>
            </a:r>
          </a:p>
        </p:txBody>
      </p:sp>
      <p:sp>
        <p:nvSpPr>
          <p:cNvPr id="1005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1005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05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900" b="false">
                <a:solidFill>
                  <a:srgbClr val="003CD3"/>
                </a:solidFill>
                <a:latin typeface="Frutiger for ZKB Light"/>
              </a:rPr>
            </a:r>
          </a:p>
        </p:txBody>
      </p:sp>
      <p:sp>
        <p:nvSpPr>
          <p:cNvPr name="AutoShape 7" id="10055"/>
          <p:cNvSpPr/>
          <p:nvPr>
            <p:ph type="sldNum"/>
          </p:nvPr>
        </p:nvSpPr>
        <p:spPr>
          <a:xfrm>
            <a:off x="304800" y="6794500"/>
            <a:ext cx="1270000" cy="254000"/>
          </a:xfrm>
          <a:prstGeom prst="rect">
            <a:avLst/>
          </a:prstGeom>
        </p:spPr>
        <p:txBody>
          <a:p>
            <a:fld type="slidenum">
              <a:rPr sz="900">
                <a:solidFill>
                  <a:srgbClr val="003CD3"/>
                </a:solidFill>
                <a:latin typeface="Frutiger for ZKB Light"/>
              </a:rPr>
              <a:t>&lt;#&gt;</a:t>
            </a:fld>
          </a:p>
        </p:txBody>
      </p:sp>
      <p:sp>
        <p:nvSpPr>
          <p:cNvPr name="AutoShape 8" id="10056"/>
          <p:cNvSpPr/>
          <p:nvPr>
            <p:ph type="ftr"/>
          </p:nvPr>
        </p:nvSpPr>
        <p:spPr>
          <a:xfrm>
            <a:off x="1905000" y="6794500"/>
            <a:ext cx="7620000" cy="254000"/>
          </a:xfrm>
          <a:prstGeom prst="rect">
            <a:avLst/>
          </a:prstGeom>
        </p:spPr>
        <p:txBody>
          <a:p>
            <a:r>
              <a:rPr lang="en-US" sz="900">
                <a:solidFill>
                  <a:srgbClr val="808080"/>
                </a:solidFill>
                <a:latin typeface="Frutiger for ZKB Light"/>
              </a:rPr>
              <a:t/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3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064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06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1006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06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name="AutoShape 7" id="10068"/>
          <p:cNvSpPr/>
          <p:nvPr>
            <p:ph type="sldNum"/>
          </p:nvPr>
        </p:nvSpPr>
        <p:spPr>
          <a:xfrm>
            <a:off x="304800" y="6794500"/>
            <a:ext cx="1270000" cy="254000"/>
          </a:xfrm>
          <a:prstGeom prst="rect">
            <a:avLst/>
          </a:prstGeom>
        </p:spPr>
        <p:txBody>
          <a:p>
            <a:fld type="slidenum">
              <a:rPr sz="900">
                <a:solidFill>
                  <a:srgbClr val="003CD3"/>
                </a:solidFill>
                <a:latin typeface="Frutiger for ZKB Light"/>
              </a:rPr>
              <a:t>&lt;#&gt;</a:t>
            </a:fld>
          </a:p>
        </p:txBody>
      </p:sp>
      <p:sp>
        <p:nvSpPr>
          <p:cNvPr name="AutoShape 8" id="10069"/>
          <p:cNvSpPr/>
          <p:nvPr>
            <p:ph type="ftr"/>
          </p:nvPr>
        </p:nvSpPr>
        <p:spPr>
          <a:xfrm>
            <a:off x="1905000" y="6794500"/>
            <a:ext cx="7620000" cy="254000"/>
          </a:xfrm>
          <a:prstGeom prst="rect">
            <a:avLst/>
          </a:prstGeom>
        </p:spPr>
        <p:txBody>
          <a:p>
            <a:r>
              <a:rPr lang="en-US" sz="900">
                <a:solidFill>
                  <a:srgbClr val="808080"/>
                </a:solidFill>
                <a:latin typeface="Frutiger for ZKB Light"/>
              </a:rPr>
              <a:t/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true">
                <a:solidFill>
                  <a:srgbClr val="003CD3"/>
                </a:solidFill>
                <a:latin typeface="Frutiger for ZKB Light"/>
              </a:rPr>
              <a:t/>
            </a:r>
          </a:p>
        </p:txBody>
      </p:sp>
      <p:sp>
        <p:nvSpPr>
          <p:cNvPr id="10071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879600"/>
            <a:ext cx="4826000" cy="4749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z="1800">
                <a:solidFill>
                  <a:srgbClr val="000000"/>
                </a:solidFill>
                <a:latin typeface="Frutiger for ZKB Light"/>
              </a:rPr>
              <a:t/>
            </a:r>
          </a:p>
        </p:txBody>
      </p:sp>
      <p:sp>
        <p:nvSpPr>
          <p:cNvPr id="10072" name="Content Placeholder 3"/>
          <p:cNvSpPr>
            <a:spLocks noGrp="1"/>
          </p:cNvSpPr>
          <p:nvPr>
            <p:ph sz="half" idx="2"/>
          </p:nvPr>
        </p:nvSpPr>
        <p:spPr>
          <a:xfrm>
            <a:off x="5664200" y="1879600"/>
            <a:ext cx="4826000" cy="4749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z="1800">
                <a:solidFill>
                  <a:srgbClr val="000000"/>
                </a:solidFill>
                <a:latin typeface="Frutiger for ZKB Light"/>
              </a:rPr>
              <a:t/>
            </a:r>
          </a:p>
        </p:txBody>
      </p:sp>
      <p:sp>
        <p:nvSpPr>
          <p:cNvPr id="1007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1007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07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900" b="false">
                <a:solidFill>
                  <a:srgbClr val="003CD3"/>
                </a:solidFill>
                <a:latin typeface="Frutiger for ZKB Light"/>
              </a:rPr>
            </a:r>
          </a:p>
        </p:txBody>
      </p:sp>
      <p:sp>
        <p:nvSpPr>
          <p:cNvPr name="AutoShape 8" id="10076"/>
          <p:cNvSpPr/>
          <p:nvPr>
            <p:ph type="sldNum"/>
          </p:nvPr>
        </p:nvSpPr>
        <p:spPr>
          <a:xfrm>
            <a:off x="304800" y="6794500"/>
            <a:ext cx="1270000" cy="254000"/>
          </a:xfrm>
          <a:prstGeom prst="rect">
            <a:avLst/>
          </a:prstGeom>
        </p:spPr>
        <p:txBody>
          <a:p>
            <a:fld type="slidenum">
              <a:rPr sz="900">
                <a:solidFill>
                  <a:srgbClr val="003CD3"/>
                </a:solidFill>
                <a:latin typeface="Frutiger for ZKB Light"/>
              </a:rPr>
              <a:t>&lt;#&gt;</a:t>
            </a:fld>
          </a:p>
        </p:txBody>
      </p:sp>
      <p:sp>
        <p:nvSpPr>
          <p:cNvPr name="AutoShape 9" id="10077"/>
          <p:cNvSpPr/>
          <p:nvPr>
            <p:ph type="ftr"/>
          </p:nvPr>
        </p:nvSpPr>
        <p:spPr>
          <a:xfrm>
            <a:off x="1905000" y="6794500"/>
            <a:ext cx="7620000" cy="254000"/>
          </a:xfrm>
          <a:prstGeom prst="rect">
            <a:avLst/>
          </a:prstGeom>
        </p:spPr>
        <p:txBody>
          <a:p>
            <a:r>
              <a:rPr lang="en-US" sz="900">
                <a:solidFill>
                  <a:srgbClr val="808080"/>
                </a:solidFill>
                <a:latin typeface="Frutiger for ZKB Light"/>
              </a:rPr>
              <a:t/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8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029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030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031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032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033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10034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035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name="AutoShape 10" id="10036"/>
          <p:cNvSpPr/>
          <p:nvPr>
            <p:ph type="sldNum"/>
          </p:nvPr>
        </p:nvSpPr>
        <p:spPr>
          <a:xfrm>
            <a:off x="304800" y="6794500"/>
            <a:ext cx="1270000" cy="254000"/>
          </a:xfrm>
          <a:prstGeom prst="rect">
            <a:avLst/>
          </a:prstGeom>
        </p:spPr>
        <p:txBody>
          <a:p>
            <a:fld type="slidenum">
              <a:rPr sz="900">
                <a:solidFill>
                  <a:srgbClr val="003CD3"/>
                </a:solidFill>
                <a:latin typeface="Frutiger for ZKB Light"/>
              </a:rPr>
              <a:t>&lt;#&gt;</a:t>
            </a:fld>
          </a:p>
        </p:txBody>
      </p:sp>
      <p:sp>
        <p:nvSpPr>
          <p:cNvPr name="AutoShape 11" id="10037"/>
          <p:cNvSpPr/>
          <p:nvPr>
            <p:ph type="ftr"/>
          </p:nvPr>
        </p:nvSpPr>
        <p:spPr>
          <a:xfrm>
            <a:off x="1905000" y="6794500"/>
            <a:ext cx="7620000" cy="254000"/>
          </a:xfrm>
          <a:prstGeom prst="rect">
            <a:avLst/>
          </a:prstGeom>
        </p:spPr>
        <p:txBody>
          <a:p>
            <a:r>
              <a:rPr lang="en-US" sz="900">
                <a:solidFill>
                  <a:srgbClr val="808080"/>
                </a:solidFill>
                <a:latin typeface="Frutiger for ZKB Light"/>
              </a:rPr>
              <a:t/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058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10059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06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name="AutoShape 6" id="10061"/>
          <p:cNvSpPr/>
          <p:nvPr>
            <p:ph type="sldNum"/>
          </p:nvPr>
        </p:nvSpPr>
        <p:spPr>
          <a:xfrm>
            <a:off x="304800" y="6794500"/>
            <a:ext cx="1270000" cy="254000"/>
          </a:xfrm>
          <a:prstGeom prst="rect">
            <a:avLst/>
          </a:prstGeom>
        </p:spPr>
        <p:txBody>
          <a:p>
            <a:fld type="slidenum">
              <a:rPr sz="900">
                <a:solidFill>
                  <a:srgbClr val="003CD3"/>
                </a:solidFill>
                <a:latin typeface="Frutiger for ZKB Light"/>
              </a:rPr>
              <a:t>&lt;#&gt;</a:t>
            </a:fld>
          </a:p>
        </p:txBody>
      </p:sp>
      <p:sp>
        <p:nvSpPr>
          <p:cNvPr name="AutoShape 7" id="10062"/>
          <p:cNvSpPr/>
          <p:nvPr>
            <p:ph type="ftr"/>
          </p:nvPr>
        </p:nvSpPr>
        <p:spPr>
          <a:xfrm>
            <a:off x="1905000" y="6794500"/>
            <a:ext cx="7620000" cy="254000"/>
          </a:xfrm>
          <a:prstGeom prst="rect">
            <a:avLst/>
          </a:prstGeom>
        </p:spPr>
        <p:txBody>
          <a:p>
            <a:r>
              <a:rPr lang="en-US" sz="900">
                <a:solidFill>
                  <a:srgbClr val="808080"/>
                </a:solidFill>
                <a:latin typeface="Frutiger for ZKB Light"/>
              </a:rPr>
              <a:t/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8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10039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04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name="AutoShape 5" id="10041"/>
          <p:cNvSpPr/>
          <p:nvPr>
            <p:ph type="sldNum"/>
          </p:nvPr>
        </p:nvSpPr>
        <p:spPr>
          <a:xfrm>
            <a:off x="304800" y="6794500"/>
            <a:ext cx="1270000" cy="254000"/>
          </a:xfrm>
          <a:prstGeom prst="rect">
            <a:avLst/>
          </a:prstGeom>
        </p:spPr>
        <p:txBody>
          <a:p>
            <a:fld type="slidenum">
              <a:rPr sz="900">
                <a:solidFill>
                  <a:srgbClr val="003CD3"/>
                </a:solidFill>
                <a:latin typeface="Frutiger for ZKB Light"/>
              </a:rPr>
              <a:t>&lt;#&gt;</a:t>
            </a:fld>
          </a:p>
        </p:txBody>
      </p:sp>
      <p:sp>
        <p:nvSpPr>
          <p:cNvPr name="AutoShape 6" id="10042"/>
          <p:cNvSpPr/>
          <p:nvPr>
            <p:ph type="ftr"/>
          </p:nvPr>
        </p:nvSpPr>
        <p:spPr>
          <a:xfrm>
            <a:off x="1905000" y="6794500"/>
            <a:ext cx="7620000" cy="254000"/>
          </a:xfrm>
          <a:prstGeom prst="rect">
            <a:avLst/>
          </a:prstGeom>
        </p:spPr>
        <p:txBody>
          <a:p>
            <a:r>
              <a:rPr lang="en-US" sz="900">
                <a:solidFill>
                  <a:srgbClr val="808080"/>
                </a:solidFill>
                <a:latin typeface="Frutiger for ZKB Light"/>
              </a:rPr>
              <a:t/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8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079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080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08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1008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08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name="AutoShape 8" id="10084"/>
          <p:cNvSpPr/>
          <p:nvPr>
            <p:ph type="sldNum"/>
          </p:nvPr>
        </p:nvSpPr>
        <p:spPr>
          <a:xfrm>
            <a:off x="304800" y="6794500"/>
            <a:ext cx="1270000" cy="254000"/>
          </a:xfrm>
          <a:prstGeom prst="rect">
            <a:avLst/>
          </a:prstGeom>
        </p:spPr>
        <p:txBody>
          <a:p>
            <a:fld type="slidenum">
              <a:rPr sz="900">
                <a:solidFill>
                  <a:srgbClr val="003CD3"/>
                </a:solidFill>
                <a:latin typeface="Frutiger for ZKB Light"/>
              </a:rPr>
              <a:t>&lt;#&gt;</a:t>
            </a:fld>
          </a:p>
        </p:txBody>
      </p:sp>
      <p:sp>
        <p:nvSpPr>
          <p:cNvPr name="AutoShape 9" id="10085"/>
          <p:cNvSpPr/>
          <p:nvPr>
            <p:ph type="ftr"/>
          </p:nvPr>
        </p:nvSpPr>
        <p:spPr>
          <a:xfrm>
            <a:off x="1905000" y="6794500"/>
            <a:ext cx="7620000" cy="254000"/>
          </a:xfrm>
          <a:prstGeom prst="rect">
            <a:avLst/>
          </a:prstGeom>
        </p:spPr>
        <p:txBody>
          <a:p>
            <a:r>
              <a:rPr lang="en-US" sz="900">
                <a:solidFill>
                  <a:srgbClr val="808080"/>
                </a:solidFill>
                <a:latin typeface="Frutiger for ZKB Light"/>
              </a:rPr>
              <a:t/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3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014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015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01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1001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01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name="AutoShape 8" id="10019"/>
          <p:cNvSpPr/>
          <p:nvPr>
            <p:ph type="sldNum"/>
          </p:nvPr>
        </p:nvSpPr>
        <p:spPr>
          <a:xfrm>
            <a:off x="304800" y="6794500"/>
            <a:ext cx="1270000" cy="254000"/>
          </a:xfrm>
          <a:prstGeom prst="rect">
            <a:avLst/>
          </a:prstGeom>
        </p:spPr>
        <p:txBody>
          <a:p>
            <a:fld type="slidenum">
              <a:rPr sz="900">
                <a:solidFill>
                  <a:srgbClr val="003CD3"/>
                </a:solidFill>
                <a:latin typeface="Frutiger for ZKB Light"/>
              </a:rPr>
              <a:t>&lt;#&gt;</a:t>
            </a:fld>
          </a:p>
        </p:txBody>
      </p:sp>
      <p:sp>
        <p:nvSpPr>
          <p:cNvPr name="AutoShape 9" id="10020"/>
          <p:cNvSpPr/>
          <p:nvPr>
            <p:ph type="ftr"/>
          </p:nvPr>
        </p:nvSpPr>
        <p:spPr>
          <a:xfrm>
            <a:off x="1905000" y="6794500"/>
            <a:ext cx="7620000" cy="254000"/>
          </a:xfrm>
          <a:prstGeom prst="rect">
            <a:avLst/>
          </a:prstGeom>
        </p:spPr>
        <p:txBody>
          <a:p>
            <a:r>
              <a:rPr lang="en-US" sz="900">
                <a:solidFill>
                  <a:srgbClr val="808080"/>
                </a:solidFill>
                <a:latin typeface="Frutiger for ZKB Light"/>
              </a:rPr>
              <a:t/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022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02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1002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02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name="AutoShape 7" id="10026"/>
          <p:cNvSpPr/>
          <p:nvPr>
            <p:ph type="sldNum"/>
          </p:nvPr>
        </p:nvSpPr>
        <p:spPr>
          <a:xfrm>
            <a:off x="304800" y="6794500"/>
            <a:ext cx="1270000" cy="254000"/>
          </a:xfrm>
          <a:prstGeom prst="rect">
            <a:avLst/>
          </a:prstGeom>
        </p:spPr>
        <p:txBody>
          <a:p>
            <a:fld type="slidenum">
              <a:rPr sz="900">
                <a:solidFill>
                  <a:srgbClr val="003CD3"/>
                </a:solidFill>
                <a:latin typeface="Frutiger for ZKB Light"/>
              </a:rPr>
              <a:t>&lt;#&gt;</a:t>
            </a:fld>
          </a:p>
        </p:txBody>
      </p:sp>
      <p:sp>
        <p:nvSpPr>
          <p:cNvPr name="AutoShape 8" id="10027"/>
          <p:cNvSpPr/>
          <p:nvPr>
            <p:ph type="ftr"/>
          </p:nvPr>
        </p:nvSpPr>
        <p:spPr>
          <a:xfrm>
            <a:off x="1905000" y="6794500"/>
            <a:ext cx="7620000" cy="254000"/>
          </a:xfrm>
          <a:prstGeom prst="rect">
            <a:avLst/>
          </a:prstGeom>
        </p:spPr>
        <p:txBody>
          <a:p>
            <a:r>
              <a:rPr lang="en-US" sz="900">
                <a:solidFill>
                  <a:srgbClr val="808080"/>
                </a:solidFill>
                <a:latin typeface="Frutiger for ZKB Light"/>
              </a:rPr>
              <a:t/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3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044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04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1004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04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name="AutoShape 7" id="10048"/>
          <p:cNvSpPr/>
          <p:nvPr>
            <p:ph type="sldNum"/>
          </p:nvPr>
        </p:nvSpPr>
        <p:spPr>
          <a:xfrm>
            <a:off x="304800" y="6794500"/>
            <a:ext cx="1270000" cy="254000"/>
          </a:xfrm>
          <a:prstGeom prst="rect">
            <a:avLst/>
          </a:prstGeom>
        </p:spPr>
        <p:txBody>
          <a:p>
            <a:fld type="slidenum">
              <a:rPr sz="900">
                <a:solidFill>
                  <a:srgbClr val="003CD3"/>
                </a:solidFill>
                <a:latin typeface="Frutiger for ZKB Light"/>
              </a:rPr>
              <a:t>&lt;#&gt;</a:t>
            </a:fld>
          </a:p>
        </p:txBody>
      </p:sp>
      <p:sp>
        <p:nvSpPr>
          <p:cNvPr name="AutoShape 8" id="10049"/>
          <p:cNvSpPr/>
          <p:nvPr>
            <p:ph type="ftr"/>
          </p:nvPr>
        </p:nvSpPr>
        <p:spPr>
          <a:xfrm>
            <a:off x="1905000" y="6794500"/>
            <a:ext cx="7620000" cy="254000"/>
          </a:xfrm>
          <a:prstGeom prst="rect">
            <a:avLst/>
          </a:prstGeom>
        </p:spPr>
        <p:txBody>
          <a:p>
            <a:r>
              <a:rPr lang="en-US" sz="900">
                <a:solidFill>
                  <a:srgbClr val="808080"/>
                </a:solidFill>
                <a:latin typeface="Frutiger for ZKB Light"/>
              </a:rPr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" name="Title Placeholder 1"/>
          <p:cNvSpPr>
            <a:spLocks noGrp="1"/>
          </p:cNvSpPr>
          <p:nvPr>
            <p:ph type="title"/>
          </p:nvPr>
        </p:nvSpPr>
        <p:spPr>
          <a:xfrm>
            <a:off x="304800" y="292100"/>
            <a:ext cx="10185400" cy="86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001" name="Text Placeholder 2"/>
          <p:cNvSpPr>
            <a:spLocks noGrp="1"/>
          </p:cNvSpPr>
          <p:nvPr>
            <p:ph type="body" idx="1"/>
          </p:nvPr>
        </p:nvSpPr>
        <p:spPr>
          <a:xfrm>
            <a:off x="304800" y="1879600"/>
            <a:ext cx="10185400" cy="4749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002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1000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00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4800" y="6794500"/>
            <a:ext cx="12700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Frutiger for ZKB Light"/>
        <a:ea typeface="Frutiger for ZKB Light"/>
        <a:cs typeface="Frutiger for ZKB Light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Frutiger for ZKB Light"/>
        <a:ea typeface="Frutiger for ZKB Light"/>
        <a:cs typeface="Frutiger for ZKB Light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