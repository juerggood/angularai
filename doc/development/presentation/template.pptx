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60" y="5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210" y="484188"/>
            <a:ext cx="9642764" cy="8636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3158" y="1528948"/>
            <a:ext cx="8550233" cy="6442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48640"/>
            <a:ext cx="9418320" cy="0"/>
          </a:xfrm>
        </p:spPr>
        <p:txBody>
          <a:bodyPr/>
          <a:lstStyle/>
          <a:p>
            <a:pPr>
              <a:defRPr sz="2800"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533413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57012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48640"/>
            <a:ext cx="941832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800"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645920"/>
            <a:ext cx="9418320" cy="4389120"/>
          </a:xfrm>
        </p:spPr>
        <p:txBody>
          <a:bodyPr wrap="square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sz="1800"/>
            </a:pP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48640"/>
            <a:ext cx="9418320" cy="0"/>
          </a:xfrm>
        </p:spPr>
        <p:txBody>
          <a:bodyPr/>
          <a:lstStyle/>
          <a:p>
            <a:pPr>
              <a:defRPr sz="2800"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577734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1685" y="1549730"/>
            <a:ext cx="5319939" cy="4576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48640"/>
            <a:ext cx="9418320" cy="0"/>
          </a:xfrm>
        </p:spPr>
        <p:txBody>
          <a:bodyPr/>
          <a:lstStyle>
            <a:lvl1pPr>
              <a:defRPr/>
            </a:lvl1pPr>
          </a:lstStyle>
          <a:p>
            <a:pPr>
              <a:defRPr sz="2800"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645920"/>
            <a:ext cx="9418320" cy="4389120"/>
          </a:xfrm>
        </p:spPr>
        <p:txBody>
          <a:bodyPr wrap="square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1800"/>
            </a:pP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199" y="2174875"/>
            <a:ext cx="574171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71600" y="1645920"/>
            <a:ext cx="9418320" cy="4389120"/>
          </a:xfrm>
        </p:spPr>
        <p:txBody>
          <a:bodyPr wrap="square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1800"/>
            </a:pP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0075" y="2174875"/>
            <a:ext cx="51105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48640"/>
            <a:ext cx="9418320" cy="0"/>
          </a:xfrm>
        </p:spPr>
        <p:txBody>
          <a:bodyPr/>
          <a:lstStyle/>
          <a:p>
            <a:pPr>
              <a:defRPr sz="2800"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723120" y="626728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60478" y="6353464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48640"/>
            <a:ext cx="941832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800"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1645920"/>
            <a:ext cx="9418320" cy="4389120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sz="1800"/>
            </a:pP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48640"/>
            <a:ext cx="941832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800"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1645920"/>
            <a:ext cx="9418320" cy="4389120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sz="1800"/>
            </a:pP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48640"/>
            <a:ext cx="9418320" cy="0"/>
          </a:xfrm>
        </p:spPr>
        <p:txBody>
          <a:bodyPr/>
          <a:lstStyle/>
          <a:p>
            <a:pPr>
              <a:defRPr sz="2800"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45920"/>
            <a:ext cx="9418320" cy="4389120"/>
          </a:xfrm>
        </p:spPr>
        <p:txBody>
          <a:bodyPr vert="eaVert" wrap="square"/>
          <a:lstStyle/>
          <a:p>
            <a:pPr lvl="0">
              <a:defRPr sz="1800"/>
            </a:pP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71600" y="548640"/>
            <a:ext cx="9418320" cy="5851525"/>
          </a:xfrm>
        </p:spPr>
        <p:txBody>
          <a:bodyPr vert="eaVert"/>
          <a:lstStyle/>
          <a:p>
            <a:pPr>
              <a:defRPr sz="2800"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45920"/>
            <a:ext cx="9418320" cy="4389120"/>
          </a:xfrm>
        </p:spPr>
        <p:txBody>
          <a:bodyPr vert="eaVert" wrap="square"/>
          <a:lstStyle/>
          <a:p>
            <a:pPr lvl="0">
              <a:defRPr sz="1800"/>
            </a:pP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3231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600200"/>
            <a:ext cx="1151312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Juerg Good</cp:lastModifiedBy>
  <cp:revision>5</cp:revision>
  <dcterms:created xsi:type="dcterms:W3CDTF">2013-01-27T09:14:16Z</dcterms:created>
  <dcterms:modified xsi:type="dcterms:W3CDTF">2026-01-19T12:26:22Z</dcterms:modified>
  <cp:category/>
</cp:coreProperties>
</file>