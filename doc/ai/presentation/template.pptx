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127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6645F-1A31-6CE8-574C-18E1132DC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8D79D-50FF-8B59-04A1-B29713DAE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B5305-14BF-5820-CD35-8619AD69A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95871-525D-3BA6-E8EE-B5A72447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E07E3-893A-0853-3C7A-8C668F1A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4115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A734B-4CD1-2DB0-7989-A2F00464B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85F71-E08F-C375-773E-3F24B2B3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5723F-79BB-3AAA-2D4F-11447865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18519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9889A-454C-2F0D-AD28-C2A5F3800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B2B49-4CE6-CD43-6352-E229385F1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324EA-BE21-5A3C-9FEE-47B41FD51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D7C41-2A0C-B777-51BA-8891E08F4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4E09C-F552-F2EC-2CE1-BC16886EF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5722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9A73-1ED0-3410-F8C0-EF5D675D2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EAEBD-1780-813E-AEBF-2B206E328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B4A00-0B7B-C24C-9E72-E5E324A66C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8E839-9E94-873D-10A8-846AEFB95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4CD15-1079-5C98-706E-E902DC2C9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E6689-E738-7C70-8B84-F3D781BA5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96444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4E7E7-96FA-67F1-C1AF-6AE0E0A13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BB2645-0175-507B-9634-97EBCC4E6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9AD91-7C36-8CF9-B61A-91D6FFE45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5748DD-FDDB-A0B0-4B02-3404E19CE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8D38B-3A71-8433-843A-AE01E8E214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3B926-E6DF-FE18-0D2D-D3573B20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7788E4-70E6-44CA-D74A-D431E586A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5EDAF8-2112-E9DC-C955-342AEDAC7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39730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DC85-E0F7-4A7D-138C-EF9A1B13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C2FDBE-648F-58E1-C14F-DE05ED90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6400A4-5B96-24F1-9F17-70934F087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883FEC-706C-967F-D898-AEE20412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5260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22A5EB-5A31-D7ED-13C0-EF35EB094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9E9A6E-4C86-924D-8A71-9248D16FB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6BA0E-364C-7212-62F7-A5023D877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0324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B87DB-CDB9-EF50-CBAF-39439BEB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7AD62-4D6C-0287-5B38-7632F2F7F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A473D0-8A21-A81C-AA62-A2C4197A1D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6E07D-F383-ABBB-6184-740C86C9C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CB14F-19CA-D5F9-9311-E010B5B00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F62331-B11F-F9F4-384A-942A220F6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9542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E4137-0E47-B67C-C936-950EAC53C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494F4-DC2C-791F-93D2-947E86B48D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7DAD82-D473-88D5-185F-C52DAB657E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55EE0-EE99-9C98-B11D-9FDA5813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386DA1-01CE-1A83-592D-135CF8160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A987-8EDA-E615-B9E2-88266C6C0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8468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39ACA-9F1C-81D8-8EA0-7ABE9315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B0B540-422B-4F87-B268-83469B644E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29034-E9DF-BB05-8C73-A6C003B1C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0ED09-0611-4957-4CA6-FFFAC0282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5DE66-FBD0-48BC-37D1-827493BC0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8036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475E0-0DA6-D8E9-13FB-C0C7768C3A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484D5B-3BE1-6DF8-E2BA-6C5A04CDF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05979-2484-FF87-02F6-0AA1CF95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7A5FC-7247-1393-B726-CD920B2AA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D108C-07F3-F379-1929-726EB568E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08577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5AFB7A-63F1-7031-A47A-ADF545E67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703C50-70CC-F7C7-F4EF-687D96DEF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14178-AE9D-BD0C-8A82-A4C42D722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ACB1D-8930-30B2-9F21-5C742E24F0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F480D-A77D-EE8D-E026-FF0EC6FF07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396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Good Jürg</dc:creator>
  <cp:lastModifiedBy>Juerg Good</cp:lastModifiedBy>
  <cp:revision>2</cp:revision>
  <dcterms:created xsi:type="dcterms:W3CDTF">2026-01-11T08:20:26Z</dcterms:created>
  <dcterms:modified xsi:type="dcterms:W3CDTF">2026-01-11T08:55:39Z</dcterms:modified>
</cp:coreProperties>
</file>