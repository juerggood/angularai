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147483645" r:id="rId2"/>
    <p:sldId id="2147483644" r:id="rId3"/>
    <p:sldId id="394" r:id="rId4"/>
    <p:sldId id="348" r:id="rId5"/>
    <p:sldId id="259" r:id="rId6"/>
    <p:sldId id="261" r:id="rId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20"/>
    <p:restoredTop sz="94660"/>
  </p:normalViewPr>
  <p:slideViewPr>
    <p:cSldViewPr snapToGrid="0">
      <p:cViewPr varScale="1">
        <p:scale>
          <a:sx n="96" d="100"/>
          <a:sy n="96" d="100"/>
        </p:scale>
        <p:origin x="78" y="3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93A166-1F31-487E-8A46-D11B4D0E59FD}" type="datetimeFigureOut">
              <a:rPr lang="de-DE" smtClean="0"/>
              <a:t>13.01.2026</a:t>
            </a:fld>
            <a:endParaRPr 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7B3DDE-D4F3-48A2-A1E3-A61CF778A29A}" type="slidenum">
              <a:rPr lang="de-DE" smtClean="0"/>
              <a:t>‹#›</a:t>
            </a:fld>
            <a:endParaRPr lang="de-DE"/>
          </a:p>
        </p:txBody>
      </p:sp>
    </p:spTree>
    <p:extLst>
      <p:ext uri="{BB962C8B-B14F-4D97-AF65-F5344CB8AC3E}">
        <p14:creationId xmlns:p14="http://schemas.microsoft.com/office/powerpoint/2010/main" val="4091796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a:t>
            </a:r>
            <a:r>
              <a:rPr lang="de-DE" sz="1200" kern="1200" dirty="0" err="1">
                <a:solidFill>
                  <a:schemeClr val="tx1"/>
                </a:solidFill>
                <a:effectLst/>
                <a:latin typeface="+mn-lt"/>
                <a:ea typeface="+mn-ea"/>
                <a:cs typeface="+mn-cs"/>
              </a:rPr>
              <a:t>layout:title</a:t>
            </a:r>
            <a:r>
              <a:rPr lang="de-DE" sz="1200" kern="1200" dirty="0">
                <a:solidFill>
                  <a:schemeClr val="tx1"/>
                </a:solidFill>
                <a:effectLst/>
                <a:latin typeface="+mn-lt"/>
                <a:ea typeface="+mn-ea"/>
                <a:cs typeface="+mn-cs"/>
              </a:rPr>
              <a:t>]</a:t>
            </a:r>
          </a:p>
          <a:p>
            <a:endParaRPr lang="de-DE" dirty="0"/>
          </a:p>
        </p:txBody>
      </p:sp>
      <p:sp>
        <p:nvSpPr>
          <p:cNvPr id="4" name="Slide Number Placeholder 3"/>
          <p:cNvSpPr>
            <a:spLocks noGrp="1"/>
          </p:cNvSpPr>
          <p:nvPr>
            <p:ph type="sldNum" sz="quarter" idx="5"/>
          </p:nvPr>
        </p:nvSpPr>
        <p:spPr/>
        <p:txBody>
          <a:bodyPr/>
          <a:lstStyle/>
          <a:p>
            <a:fld id="{CE7B3DDE-D4F3-48A2-A1E3-A61CF778A29A}" type="slidenum">
              <a:rPr lang="de-DE" smtClean="0"/>
              <a:t>1</a:t>
            </a:fld>
            <a:endParaRPr lang="de-DE"/>
          </a:p>
        </p:txBody>
      </p:sp>
    </p:spTree>
    <p:extLst>
      <p:ext uri="{BB962C8B-B14F-4D97-AF65-F5344CB8AC3E}">
        <p14:creationId xmlns:p14="http://schemas.microsoft.com/office/powerpoint/2010/main" val="916145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kern="1200" dirty="0">
                <a:solidFill>
                  <a:schemeClr val="tx1"/>
                </a:solidFill>
                <a:effectLst/>
                <a:latin typeface="+mn-lt"/>
                <a:ea typeface="+mn-ea"/>
                <a:cs typeface="+mn-cs"/>
              </a:rPr>
              <a:t>[</a:t>
            </a:r>
            <a:r>
              <a:rPr lang="de-DE" sz="1200" b="1" kern="1200" dirty="0" err="1">
                <a:solidFill>
                  <a:schemeClr val="tx1"/>
                </a:solidFill>
                <a:effectLst/>
                <a:latin typeface="+mn-lt"/>
                <a:ea typeface="+mn-ea"/>
                <a:cs typeface="+mn-cs"/>
              </a:rPr>
              <a:t>layout:agenda</a:t>
            </a:r>
            <a:r>
              <a:rPr lang="de-DE" sz="1200" b="1" kern="1200" dirty="0">
                <a:solidFill>
                  <a:schemeClr val="tx1"/>
                </a:solidFill>
                <a:effectLst/>
                <a:latin typeface="+mn-lt"/>
                <a:ea typeface="+mn-ea"/>
                <a:cs typeface="+mn-cs"/>
              </a:rPr>
              <a:t>]</a:t>
            </a:r>
            <a:endParaRPr lang="de-DE" sz="1200" kern="1200" dirty="0">
              <a:solidFill>
                <a:schemeClr val="tx1"/>
              </a:solidFill>
              <a:effectLst/>
              <a:latin typeface="+mn-lt"/>
              <a:ea typeface="+mn-ea"/>
              <a:cs typeface="+mn-cs"/>
            </a:endParaRPr>
          </a:p>
          <a:p>
            <a:endParaRPr lang="de-DE" dirty="0"/>
          </a:p>
        </p:txBody>
      </p:sp>
      <p:sp>
        <p:nvSpPr>
          <p:cNvPr id="4" name="Slide Number Placeholder 3"/>
          <p:cNvSpPr>
            <a:spLocks noGrp="1"/>
          </p:cNvSpPr>
          <p:nvPr>
            <p:ph type="sldNum" sz="quarter" idx="5"/>
          </p:nvPr>
        </p:nvSpPr>
        <p:spPr/>
        <p:txBody>
          <a:bodyPr/>
          <a:lstStyle/>
          <a:p>
            <a:fld id="{CE7B3DDE-D4F3-48A2-A1E3-A61CF778A29A}" type="slidenum">
              <a:rPr lang="de-DE" smtClean="0"/>
              <a:t>2</a:t>
            </a:fld>
            <a:endParaRPr lang="de-DE"/>
          </a:p>
        </p:txBody>
      </p:sp>
    </p:spTree>
    <p:extLst>
      <p:ext uri="{BB962C8B-B14F-4D97-AF65-F5344CB8AC3E}">
        <p14:creationId xmlns:p14="http://schemas.microsoft.com/office/powerpoint/2010/main" val="40495256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a:t>
            </a:r>
            <a:r>
              <a:rPr lang="de-DE" sz="1200" kern="1200" dirty="0" err="1">
                <a:solidFill>
                  <a:schemeClr val="tx1"/>
                </a:solidFill>
                <a:effectLst/>
                <a:latin typeface="+mn-lt"/>
                <a:ea typeface="+mn-ea"/>
                <a:cs typeface="+mn-cs"/>
              </a:rPr>
              <a:t>layout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two_content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image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left</a:t>
            </a:r>
            <a:r>
              <a:rPr lang="de-DE" sz="1200" kern="1200" dirty="0">
                <a:solidFill>
                  <a:schemeClr val="tx1"/>
                </a:solidFill>
                <a:effectLst/>
                <a:latin typeface="+mn-lt"/>
                <a:ea typeface="+mn-ea"/>
                <a:cs typeface="+mn-cs"/>
              </a:rPr>
              <a:t>]</a:t>
            </a:r>
          </a:p>
          <a:p>
            <a:endParaRPr lang="de-DE" dirty="0"/>
          </a:p>
        </p:txBody>
      </p:sp>
      <p:sp>
        <p:nvSpPr>
          <p:cNvPr id="4" name="Slide Number Placeholder 3"/>
          <p:cNvSpPr>
            <a:spLocks noGrp="1"/>
          </p:cNvSpPr>
          <p:nvPr>
            <p:ph type="sldNum" sz="quarter" idx="5"/>
          </p:nvPr>
        </p:nvSpPr>
        <p:spPr/>
        <p:txBody>
          <a:bodyPr/>
          <a:lstStyle/>
          <a:p>
            <a:fld id="{CE7B3DDE-D4F3-48A2-A1E3-A61CF778A29A}" type="slidenum">
              <a:rPr lang="de-DE" smtClean="0"/>
              <a:t>3</a:t>
            </a:fld>
            <a:endParaRPr lang="de-DE"/>
          </a:p>
        </p:txBody>
      </p:sp>
    </p:spTree>
    <p:extLst>
      <p:ext uri="{BB962C8B-B14F-4D97-AF65-F5344CB8AC3E}">
        <p14:creationId xmlns:p14="http://schemas.microsoft.com/office/powerpoint/2010/main" val="1982833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a:t>
            </a:r>
            <a:r>
              <a:rPr lang="de-DE" sz="1200" kern="1200" dirty="0" err="1">
                <a:solidFill>
                  <a:schemeClr val="tx1"/>
                </a:solidFill>
                <a:effectLst/>
                <a:latin typeface="+mn-lt"/>
                <a:ea typeface="+mn-ea"/>
                <a:cs typeface="+mn-cs"/>
              </a:rPr>
              <a:t>layout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two_content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image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left</a:t>
            </a:r>
            <a:r>
              <a:rPr lang="de-DE" sz="1200" kern="1200" dirty="0">
                <a:solidFill>
                  <a:schemeClr val="tx1"/>
                </a:solidFill>
                <a:effectLst/>
                <a:latin typeface="+mn-lt"/>
                <a:ea typeface="+mn-ea"/>
                <a:cs typeface="+mn-cs"/>
              </a:rPr>
              <a:t>]</a:t>
            </a:r>
          </a:p>
          <a:p>
            <a:endParaRPr lang="de-DE" dirty="0"/>
          </a:p>
        </p:txBody>
      </p:sp>
      <p:sp>
        <p:nvSpPr>
          <p:cNvPr id="4" name="Slide Number Placeholder 3"/>
          <p:cNvSpPr>
            <a:spLocks noGrp="1"/>
          </p:cNvSpPr>
          <p:nvPr>
            <p:ph type="sldNum" sz="quarter" idx="5"/>
          </p:nvPr>
        </p:nvSpPr>
        <p:spPr/>
        <p:txBody>
          <a:bodyPr/>
          <a:lstStyle/>
          <a:p>
            <a:fld id="{CE7B3DDE-D4F3-48A2-A1E3-A61CF778A29A}" type="slidenum">
              <a:rPr lang="de-DE" smtClean="0"/>
              <a:t>4</a:t>
            </a:fld>
            <a:endParaRPr lang="de-DE"/>
          </a:p>
        </p:txBody>
      </p:sp>
    </p:spTree>
    <p:extLst>
      <p:ext uri="{BB962C8B-B14F-4D97-AF65-F5344CB8AC3E}">
        <p14:creationId xmlns:p14="http://schemas.microsoft.com/office/powerpoint/2010/main" val="40869261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a:t>
            </a:r>
            <a:r>
              <a:rPr lang="de-DE" sz="1200" kern="1200" dirty="0" err="1">
                <a:solidFill>
                  <a:schemeClr val="tx1"/>
                </a:solidFill>
                <a:effectLst/>
                <a:latin typeface="+mn-lt"/>
                <a:ea typeface="+mn-ea"/>
                <a:cs typeface="+mn-cs"/>
              </a:rPr>
              <a:t>layout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title_and_content</a:t>
            </a:r>
            <a:r>
              <a:rPr lang="de-DE" sz="120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CE7B3DDE-D4F3-48A2-A1E3-A61CF778A29A}" type="slidenum">
              <a:rPr lang="de-DE" smtClean="0"/>
              <a:t>5</a:t>
            </a:fld>
            <a:endParaRPr lang="de-DE"/>
          </a:p>
        </p:txBody>
      </p:sp>
    </p:spTree>
    <p:extLst>
      <p:ext uri="{BB962C8B-B14F-4D97-AF65-F5344CB8AC3E}">
        <p14:creationId xmlns:p14="http://schemas.microsoft.com/office/powerpoint/2010/main" val="30846006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a:t>
            </a:r>
            <a:r>
              <a:rPr lang="de-DE" sz="1200" kern="1200" dirty="0" err="1">
                <a:solidFill>
                  <a:schemeClr val="tx1"/>
                </a:solidFill>
                <a:effectLst/>
                <a:latin typeface="+mn-lt"/>
                <a:ea typeface="+mn-ea"/>
                <a:cs typeface="+mn-cs"/>
              </a:rPr>
              <a:t>layout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two_content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text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both</a:t>
            </a:r>
            <a:r>
              <a:rPr lang="de-DE" sz="1200" kern="1200" dirty="0">
                <a:solidFill>
                  <a:schemeClr val="tx1"/>
                </a:solidFill>
                <a:effectLst/>
                <a:latin typeface="+mn-lt"/>
                <a:ea typeface="+mn-ea"/>
                <a:cs typeface="+mn-cs"/>
              </a:rPr>
              <a:t>] </a:t>
            </a:r>
          </a:p>
          <a:p>
            <a:endParaRPr lang="de-DE" dirty="0"/>
          </a:p>
        </p:txBody>
      </p:sp>
      <p:sp>
        <p:nvSpPr>
          <p:cNvPr id="4" name="Slide Number Placeholder 3"/>
          <p:cNvSpPr>
            <a:spLocks noGrp="1"/>
          </p:cNvSpPr>
          <p:nvPr>
            <p:ph type="sldNum" sz="quarter" idx="5"/>
          </p:nvPr>
        </p:nvSpPr>
        <p:spPr/>
        <p:txBody>
          <a:bodyPr/>
          <a:lstStyle/>
          <a:p>
            <a:fld id="{CE7B3DDE-D4F3-48A2-A1E3-A61CF778A29A}" type="slidenum">
              <a:rPr lang="de-DE" smtClean="0"/>
              <a:t>6</a:t>
            </a:fld>
            <a:endParaRPr lang="de-DE"/>
          </a:p>
        </p:txBody>
      </p:sp>
    </p:spTree>
    <p:extLst>
      <p:ext uri="{BB962C8B-B14F-4D97-AF65-F5344CB8AC3E}">
        <p14:creationId xmlns:p14="http://schemas.microsoft.com/office/powerpoint/2010/main" val="25877366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6645F-1A31-6CE8-574C-18E1132DC211}"/>
              </a:ext>
            </a:extLst>
          </p:cNvPr>
          <p:cNvSpPr>
            <a:spLocks noGrp="1"/>
          </p:cNvSpPr>
          <p:nvPr>
            <p:ph type="ctrTitle"/>
          </p:nvPr>
        </p:nvSpPr>
        <p:spPr>
          <a:xfrm>
            <a:off x="1524000" y="1122363"/>
            <a:ext cx="9144000" cy="2387600"/>
          </a:xfrm>
        </p:spPr>
        <p:txBody>
          <a:bodyPr anchor="b"/>
          <a:lstStyle>
            <a:lvl1pPr algn="ctr">
              <a:defRPr sz="6000"/>
            </a:lvl1pPr>
          </a:lstStyle>
          <a:p>
            <a:pPr>
              <a:defRPr sz="2200"/>
            </a:pPr>
            <a:r>
              <a:rPr lang="en-US"/>
              <a:t>Click to edit Master title style</a:t>
            </a:r>
            <a:endParaRPr lang="de-CH"/>
          </a:p>
        </p:txBody>
      </p:sp>
      <p:sp>
        <p:nvSpPr>
          <p:cNvPr id="3" name="Subtitle 2">
            <a:extLst>
              <a:ext uri="{FF2B5EF4-FFF2-40B4-BE49-F238E27FC236}">
                <a16:creationId xmlns:a16="http://schemas.microsoft.com/office/drawing/2014/main" id="{ADC8D79D-50FF-8B59-04A1-B29713DAEC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sz="2200"/>
            </a:pPr>
            <a:r>
              <a:rPr lang="en-US"/>
              <a:t>Click to edit Master subtitle style</a:t>
            </a:r>
            <a:endParaRPr lang="de-CH"/>
          </a:p>
        </p:txBody>
      </p:sp>
      <p:sp>
        <p:nvSpPr>
          <p:cNvPr id="4" name="Date Placeholder 3">
            <a:extLst>
              <a:ext uri="{FF2B5EF4-FFF2-40B4-BE49-F238E27FC236}">
                <a16:creationId xmlns:a16="http://schemas.microsoft.com/office/drawing/2014/main" id="{3D0B5305-14BF-5820-CD35-8619AD69AED4}"/>
              </a:ext>
            </a:extLst>
          </p:cNvPr>
          <p:cNvSpPr>
            <a:spLocks noGrp="1"/>
          </p:cNvSpPr>
          <p:nvPr>
            <p:ph type="dt" sz="half" idx="10"/>
          </p:nvPr>
        </p:nvSpPr>
        <p:spPr/>
        <p:txBody>
          <a:bodyPr/>
          <a:lstStyle/>
          <a:p>
            <a:pPr>
              <a:defRPr sz="2200"/>
            </a:pPr>
            <a:fld id="{0CDDCF47-76FA-4B38-9020-A0E57F41036A}" type="datetimeFigureOut">
              <a:rPr lang="de-CH" smtClean="0"/>
              <a:t>13.01.2026</a:t>
            </a:fld>
            <a:endParaRPr lang="de-CH"/>
          </a:p>
        </p:txBody>
      </p:sp>
      <p:sp>
        <p:nvSpPr>
          <p:cNvPr id="5" name="Footer Placeholder 4">
            <a:extLst>
              <a:ext uri="{FF2B5EF4-FFF2-40B4-BE49-F238E27FC236}">
                <a16:creationId xmlns:a16="http://schemas.microsoft.com/office/drawing/2014/main" id="{70995871-525D-3BA6-E8EE-B5A7244749D6}"/>
              </a:ext>
            </a:extLst>
          </p:cNvPr>
          <p:cNvSpPr>
            <a:spLocks noGrp="1"/>
          </p:cNvSpPr>
          <p:nvPr>
            <p:ph type="ftr" sz="quarter" idx="11"/>
          </p:nvPr>
        </p:nvSpPr>
        <p:spPr/>
        <p:txBody>
          <a:bodyPr/>
          <a:lstStyle/>
          <a:p>
            <a:pPr>
              <a:defRPr sz="2200"/>
            </a:pPr>
            <a:endParaRPr lang="de-CH"/>
          </a:p>
        </p:txBody>
      </p:sp>
      <p:sp>
        <p:nvSpPr>
          <p:cNvPr id="6" name="Slide Number Placeholder 5">
            <a:extLst>
              <a:ext uri="{FF2B5EF4-FFF2-40B4-BE49-F238E27FC236}">
                <a16:creationId xmlns:a16="http://schemas.microsoft.com/office/drawing/2014/main" id="{C3BE07E3-893A-0853-3C7A-8C668F1A4C33}"/>
              </a:ext>
            </a:extLst>
          </p:cNvPr>
          <p:cNvSpPr>
            <a:spLocks noGrp="1"/>
          </p:cNvSpPr>
          <p:nvPr>
            <p:ph type="sldNum" sz="quarter" idx="12"/>
          </p:nvPr>
        </p:nvSpPr>
        <p:spPr/>
        <p:txBody>
          <a:bodyPr/>
          <a:lstStyle/>
          <a:p>
            <a:pPr>
              <a:defRPr sz="2200"/>
            </a:pPr>
            <a:fld id="{EA2E0D3E-E818-438E-981B-E98523AC6CA8}" type="slidenum">
              <a:rPr lang="de-CH" smtClean="0"/>
              <a:t>‹#›</a:t>
            </a:fld>
            <a:endParaRPr lang="de-CH"/>
          </a:p>
        </p:txBody>
      </p:sp>
    </p:spTree>
    <p:extLst>
      <p:ext uri="{BB962C8B-B14F-4D97-AF65-F5344CB8AC3E}">
        <p14:creationId xmlns:p14="http://schemas.microsoft.com/office/powerpoint/2010/main" val="1141153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6017A-D490-C525-5E87-B6C1AF2B5EEE}"/>
              </a:ext>
            </a:extLst>
          </p:cNvPr>
          <p:cNvSpPr>
            <a:spLocks noGrp="1"/>
          </p:cNvSpPr>
          <p:nvPr>
            <p:ph type="title"/>
          </p:nvPr>
        </p:nvSpPr>
        <p:spPr/>
        <p:txBody>
          <a:bodyPr/>
          <a:lstStyle/>
          <a:p>
            <a:pPr>
              <a:defRPr sz="2200"/>
            </a:pPr>
            <a:r>
              <a:rPr lang="en-US"/>
              <a:t>Click to edit Master title style</a:t>
            </a:r>
            <a:endParaRPr lang="de-CH"/>
          </a:p>
        </p:txBody>
      </p:sp>
      <p:sp>
        <p:nvSpPr>
          <p:cNvPr id="3" name="Content Placeholder 2">
            <a:extLst>
              <a:ext uri="{FF2B5EF4-FFF2-40B4-BE49-F238E27FC236}">
                <a16:creationId xmlns:a16="http://schemas.microsoft.com/office/drawing/2014/main" id="{8474243A-9EC3-DC90-DD30-786D6071319D}"/>
              </a:ext>
            </a:extLst>
          </p:cNvPr>
          <p:cNvSpPr>
            <a:spLocks noGrp="1"/>
          </p:cNvSpPr>
          <p:nvPr>
            <p:ph idx="1"/>
          </p:nvPr>
        </p:nvSpPr>
        <p:spPr/>
        <p:txBody>
          <a:bodyPr/>
          <a:lstStyle/>
          <a:p>
            <a:pPr lvl="0">
              <a:defRPr sz="2200"/>
            </a:pPr>
            <a:r>
              <a:rPr lang="en-US"/>
              <a:t>Click to edit Master text styles</a:t>
            </a:r>
          </a:p>
          <a:p>
            <a:pPr lvl="1">
              <a:defRPr sz="1800"/>
            </a:pPr>
            <a:r>
              <a:rPr lang="en-US"/>
              <a:t>Second level</a:t>
            </a:r>
          </a:p>
          <a:p>
            <a:pPr lvl="2">
              <a:defRPr sz="1600"/>
            </a:pPr>
            <a:r>
              <a:rPr lang="en-US"/>
              <a:t>Third level</a:t>
            </a:r>
          </a:p>
          <a:p>
            <a:pPr lvl="3">
              <a:defRPr sz="1600"/>
            </a:pPr>
            <a:r>
              <a:rPr lang="en-US"/>
              <a:t>Fourth level</a:t>
            </a:r>
          </a:p>
          <a:p>
            <a:pPr lvl="4">
              <a:defRPr sz="1600"/>
            </a:pPr>
            <a:r>
              <a:rPr lang="en-US"/>
              <a:t>Fifth level</a:t>
            </a:r>
            <a:endParaRPr lang="de-CH"/>
          </a:p>
        </p:txBody>
      </p:sp>
      <p:sp>
        <p:nvSpPr>
          <p:cNvPr id="4" name="Date Placeholder 3">
            <a:extLst>
              <a:ext uri="{FF2B5EF4-FFF2-40B4-BE49-F238E27FC236}">
                <a16:creationId xmlns:a16="http://schemas.microsoft.com/office/drawing/2014/main" id="{77BA734B-4CD1-2DB0-7989-A2F00464BB84}"/>
              </a:ext>
            </a:extLst>
          </p:cNvPr>
          <p:cNvSpPr>
            <a:spLocks noGrp="1"/>
          </p:cNvSpPr>
          <p:nvPr>
            <p:ph type="dt" sz="half" idx="10"/>
          </p:nvPr>
        </p:nvSpPr>
        <p:spPr/>
        <p:txBody>
          <a:bodyPr/>
          <a:lstStyle/>
          <a:p>
            <a:pPr>
              <a:defRPr sz="2200"/>
            </a:pPr>
            <a:fld id="{0CDDCF47-76FA-4B38-9020-A0E57F41036A}" type="datetimeFigureOut">
              <a:rPr lang="de-CH" smtClean="0"/>
              <a:t>13.01.2026</a:t>
            </a:fld>
            <a:endParaRPr lang="de-CH"/>
          </a:p>
        </p:txBody>
      </p:sp>
      <p:sp>
        <p:nvSpPr>
          <p:cNvPr id="5" name="Footer Placeholder 4">
            <a:extLst>
              <a:ext uri="{FF2B5EF4-FFF2-40B4-BE49-F238E27FC236}">
                <a16:creationId xmlns:a16="http://schemas.microsoft.com/office/drawing/2014/main" id="{44A85F71-E08F-C375-773E-3F24B2B38E88}"/>
              </a:ext>
            </a:extLst>
          </p:cNvPr>
          <p:cNvSpPr>
            <a:spLocks noGrp="1"/>
          </p:cNvSpPr>
          <p:nvPr>
            <p:ph type="ftr" sz="quarter" idx="11"/>
          </p:nvPr>
        </p:nvSpPr>
        <p:spPr/>
        <p:txBody>
          <a:bodyPr/>
          <a:lstStyle/>
          <a:p>
            <a:pPr>
              <a:defRPr sz="2200"/>
            </a:pPr>
            <a:endParaRPr lang="de-CH"/>
          </a:p>
        </p:txBody>
      </p:sp>
      <p:sp>
        <p:nvSpPr>
          <p:cNvPr id="6" name="Slide Number Placeholder 5">
            <a:extLst>
              <a:ext uri="{FF2B5EF4-FFF2-40B4-BE49-F238E27FC236}">
                <a16:creationId xmlns:a16="http://schemas.microsoft.com/office/drawing/2014/main" id="{5645723F-79BB-3AAA-2D4F-114478657F36}"/>
              </a:ext>
            </a:extLst>
          </p:cNvPr>
          <p:cNvSpPr>
            <a:spLocks noGrp="1"/>
          </p:cNvSpPr>
          <p:nvPr>
            <p:ph type="sldNum" sz="quarter" idx="12"/>
          </p:nvPr>
        </p:nvSpPr>
        <p:spPr/>
        <p:txBody>
          <a:bodyPr/>
          <a:lstStyle/>
          <a:p>
            <a:pPr>
              <a:defRPr sz="2200"/>
            </a:pPr>
            <a:fld id="{EA2E0D3E-E818-438E-981B-E98523AC6CA8}" type="slidenum">
              <a:rPr lang="de-CH" smtClean="0"/>
              <a:t>‹#›</a:t>
            </a:fld>
            <a:endParaRPr lang="de-CH"/>
          </a:p>
        </p:txBody>
      </p:sp>
    </p:spTree>
    <p:extLst>
      <p:ext uri="{BB962C8B-B14F-4D97-AF65-F5344CB8AC3E}">
        <p14:creationId xmlns:p14="http://schemas.microsoft.com/office/powerpoint/2010/main" val="2018519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9889A-454C-2F0D-AD28-C2A5F38005B2}"/>
              </a:ext>
            </a:extLst>
          </p:cNvPr>
          <p:cNvSpPr>
            <a:spLocks noGrp="1"/>
          </p:cNvSpPr>
          <p:nvPr>
            <p:ph type="title"/>
          </p:nvPr>
        </p:nvSpPr>
        <p:spPr>
          <a:xfrm>
            <a:off x="831850" y="1709738"/>
            <a:ext cx="10515600" cy="2852737"/>
          </a:xfrm>
        </p:spPr>
        <p:txBody>
          <a:bodyPr anchor="b"/>
          <a:lstStyle>
            <a:lvl1pPr>
              <a:defRPr sz="6000"/>
            </a:lvl1pPr>
          </a:lstStyle>
          <a:p>
            <a:pPr>
              <a:defRPr sz="2200"/>
            </a:pPr>
            <a:r>
              <a:rPr lang="en-US"/>
              <a:t>Click to edit Master title style</a:t>
            </a:r>
            <a:endParaRPr lang="de-CH"/>
          </a:p>
        </p:txBody>
      </p:sp>
      <p:sp>
        <p:nvSpPr>
          <p:cNvPr id="3" name="Text Placeholder 2">
            <a:extLst>
              <a:ext uri="{FF2B5EF4-FFF2-40B4-BE49-F238E27FC236}">
                <a16:creationId xmlns:a16="http://schemas.microsoft.com/office/drawing/2014/main" id="{93AB2B49-4CE6-CD43-6352-E229385F10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defRPr sz="2200"/>
            </a:pPr>
            <a:r>
              <a:rPr lang="en-US"/>
              <a:t>Click to edit Master text styles</a:t>
            </a:r>
          </a:p>
        </p:txBody>
      </p:sp>
      <p:sp>
        <p:nvSpPr>
          <p:cNvPr id="4" name="Date Placeholder 3">
            <a:extLst>
              <a:ext uri="{FF2B5EF4-FFF2-40B4-BE49-F238E27FC236}">
                <a16:creationId xmlns:a16="http://schemas.microsoft.com/office/drawing/2014/main" id="{B31324EA-BE21-5A3C-9FEE-47B41FD51738}"/>
              </a:ext>
            </a:extLst>
          </p:cNvPr>
          <p:cNvSpPr>
            <a:spLocks noGrp="1"/>
          </p:cNvSpPr>
          <p:nvPr>
            <p:ph type="dt" sz="half" idx="10"/>
          </p:nvPr>
        </p:nvSpPr>
        <p:spPr/>
        <p:txBody>
          <a:bodyPr/>
          <a:lstStyle/>
          <a:p>
            <a:pPr>
              <a:defRPr sz="2200"/>
            </a:pPr>
            <a:fld id="{0CDDCF47-76FA-4B38-9020-A0E57F41036A}" type="datetimeFigureOut">
              <a:rPr lang="de-CH" smtClean="0"/>
              <a:t>13.01.2026</a:t>
            </a:fld>
            <a:endParaRPr lang="de-CH"/>
          </a:p>
        </p:txBody>
      </p:sp>
      <p:sp>
        <p:nvSpPr>
          <p:cNvPr id="5" name="Footer Placeholder 4">
            <a:extLst>
              <a:ext uri="{FF2B5EF4-FFF2-40B4-BE49-F238E27FC236}">
                <a16:creationId xmlns:a16="http://schemas.microsoft.com/office/drawing/2014/main" id="{B61D7C41-2A0C-B777-51BA-8891E08F49B7}"/>
              </a:ext>
            </a:extLst>
          </p:cNvPr>
          <p:cNvSpPr>
            <a:spLocks noGrp="1"/>
          </p:cNvSpPr>
          <p:nvPr>
            <p:ph type="ftr" sz="quarter" idx="11"/>
          </p:nvPr>
        </p:nvSpPr>
        <p:spPr/>
        <p:txBody>
          <a:bodyPr/>
          <a:lstStyle/>
          <a:p>
            <a:pPr>
              <a:defRPr sz="2200"/>
            </a:pPr>
            <a:endParaRPr lang="de-CH"/>
          </a:p>
        </p:txBody>
      </p:sp>
      <p:sp>
        <p:nvSpPr>
          <p:cNvPr id="6" name="Slide Number Placeholder 5">
            <a:extLst>
              <a:ext uri="{FF2B5EF4-FFF2-40B4-BE49-F238E27FC236}">
                <a16:creationId xmlns:a16="http://schemas.microsoft.com/office/drawing/2014/main" id="{6DE4E09C-F552-F2EC-2CE1-BC16886EFD18}"/>
              </a:ext>
            </a:extLst>
          </p:cNvPr>
          <p:cNvSpPr>
            <a:spLocks noGrp="1"/>
          </p:cNvSpPr>
          <p:nvPr>
            <p:ph type="sldNum" sz="quarter" idx="12"/>
          </p:nvPr>
        </p:nvSpPr>
        <p:spPr/>
        <p:txBody>
          <a:bodyPr/>
          <a:lstStyle/>
          <a:p>
            <a:pPr>
              <a:defRPr sz="2200"/>
            </a:pPr>
            <a:fld id="{EA2E0D3E-E818-438E-981B-E98523AC6CA8}" type="slidenum">
              <a:rPr lang="de-CH" smtClean="0"/>
              <a:t>‹#›</a:t>
            </a:fld>
            <a:endParaRPr lang="de-CH"/>
          </a:p>
        </p:txBody>
      </p:sp>
    </p:spTree>
    <p:extLst>
      <p:ext uri="{BB962C8B-B14F-4D97-AF65-F5344CB8AC3E}">
        <p14:creationId xmlns:p14="http://schemas.microsoft.com/office/powerpoint/2010/main" val="1905722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E9A73-1ED0-3410-F8C0-EF5D675D2DF9}"/>
              </a:ext>
            </a:extLst>
          </p:cNvPr>
          <p:cNvSpPr>
            <a:spLocks noGrp="1"/>
          </p:cNvSpPr>
          <p:nvPr>
            <p:ph type="title"/>
          </p:nvPr>
        </p:nvSpPr>
        <p:spPr/>
        <p:txBody>
          <a:bodyPr/>
          <a:lstStyle/>
          <a:p>
            <a:pPr>
              <a:defRPr sz="2200"/>
            </a:pPr>
            <a:r>
              <a:rPr lang="en-US"/>
              <a:t>Click to edit Master title style</a:t>
            </a:r>
            <a:endParaRPr lang="de-CH"/>
          </a:p>
        </p:txBody>
      </p:sp>
      <p:sp>
        <p:nvSpPr>
          <p:cNvPr id="3" name="Content Placeholder 2">
            <a:extLst>
              <a:ext uri="{FF2B5EF4-FFF2-40B4-BE49-F238E27FC236}">
                <a16:creationId xmlns:a16="http://schemas.microsoft.com/office/drawing/2014/main" id="{E92EAEBD-1780-813E-AEBF-2B206E328E06}"/>
              </a:ext>
            </a:extLst>
          </p:cNvPr>
          <p:cNvSpPr>
            <a:spLocks noGrp="1"/>
          </p:cNvSpPr>
          <p:nvPr>
            <p:ph sz="half" idx="1"/>
          </p:nvPr>
        </p:nvSpPr>
        <p:spPr>
          <a:xfrm>
            <a:off x="838200" y="1825625"/>
            <a:ext cx="5181600" cy="4351338"/>
          </a:xfrm>
        </p:spPr>
        <p:txBody>
          <a:bodyPr/>
          <a:lstStyle/>
          <a:p>
            <a:pPr lvl="0">
              <a:defRPr sz="2200"/>
            </a:pPr>
            <a:r>
              <a:rPr lang="en-US"/>
              <a:t>Click to edit Master text styles</a:t>
            </a:r>
          </a:p>
          <a:p>
            <a:pPr lvl="1">
              <a:defRPr sz="1800"/>
            </a:pPr>
            <a:r>
              <a:rPr lang="en-US"/>
              <a:t>Second level</a:t>
            </a:r>
          </a:p>
          <a:p>
            <a:pPr lvl="2">
              <a:defRPr sz="1600"/>
            </a:pPr>
            <a:r>
              <a:rPr lang="en-US"/>
              <a:t>Third level</a:t>
            </a:r>
          </a:p>
          <a:p>
            <a:pPr lvl="3">
              <a:defRPr sz="1600"/>
            </a:pPr>
            <a:r>
              <a:rPr lang="en-US"/>
              <a:t>Fourth level</a:t>
            </a:r>
          </a:p>
          <a:p>
            <a:pPr lvl="4">
              <a:defRPr sz="1600"/>
            </a:pPr>
            <a:r>
              <a:rPr lang="en-US"/>
              <a:t>Fifth level</a:t>
            </a:r>
            <a:endParaRPr lang="de-CH"/>
          </a:p>
        </p:txBody>
      </p:sp>
      <p:sp>
        <p:nvSpPr>
          <p:cNvPr id="4" name="Content Placeholder 3">
            <a:extLst>
              <a:ext uri="{FF2B5EF4-FFF2-40B4-BE49-F238E27FC236}">
                <a16:creationId xmlns:a16="http://schemas.microsoft.com/office/drawing/2014/main" id="{F0EB4A00-0B7B-C24C-9E72-E5E324A66CC8}"/>
              </a:ext>
            </a:extLst>
          </p:cNvPr>
          <p:cNvSpPr>
            <a:spLocks noGrp="1"/>
          </p:cNvSpPr>
          <p:nvPr>
            <p:ph sz="half" idx="2"/>
          </p:nvPr>
        </p:nvSpPr>
        <p:spPr>
          <a:xfrm>
            <a:off x="6172200" y="1825625"/>
            <a:ext cx="5181600" cy="4351338"/>
          </a:xfrm>
        </p:spPr>
        <p:txBody>
          <a:bodyPr/>
          <a:lstStyle/>
          <a:p>
            <a:pPr lvl="0">
              <a:defRPr sz="2200"/>
            </a:pPr>
            <a:r>
              <a:rPr lang="en-US"/>
              <a:t>Click to edit Master text styles</a:t>
            </a:r>
          </a:p>
          <a:p>
            <a:pPr lvl="1">
              <a:defRPr sz="1800"/>
            </a:pPr>
            <a:r>
              <a:rPr lang="en-US"/>
              <a:t>Second level</a:t>
            </a:r>
          </a:p>
          <a:p>
            <a:pPr lvl="2">
              <a:defRPr sz="1600"/>
            </a:pPr>
            <a:r>
              <a:rPr lang="en-US"/>
              <a:t>Third level</a:t>
            </a:r>
          </a:p>
          <a:p>
            <a:pPr lvl="3">
              <a:defRPr sz="1600"/>
            </a:pPr>
            <a:r>
              <a:rPr lang="en-US"/>
              <a:t>Fourth level</a:t>
            </a:r>
          </a:p>
          <a:p>
            <a:pPr lvl="4">
              <a:defRPr sz="1600"/>
            </a:pPr>
            <a:r>
              <a:rPr lang="en-US"/>
              <a:t>Fifth level</a:t>
            </a:r>
            <a:endParaRPr lang="de-CH"/>
          </a:p>
        </p:txBody>
      </p:sp>
      <p:sp>
        <p:nvSpPr>
          <p:cNvPr id="5" name="Date Placeholder 4">
            <a:extLst>
              <a:ext uri="{FF2B5EF4-FFF2-40B4-BE49-F238E27FC236}">
                <a16:creationId xmlns:a16="http://schemas.microsoft.com/office/drawing/2014/main" id="{A578E839-9E94-873D-10A8-846AEFB95C1B}"/>
              </a:ext>
            </a:extLst>
          </p:cNvPr>
          <p:cNvSpPr>
            <a:spLocks noGrp="1"/>
          </p:cNvSpPr>
          <p:nvPr>
            <p:ph type="dt" sz="half" idx="10"/>
          </p:nvPr>
        </p:nvSpPr>
        <p:spPr/>
        <p:txBody>
          <a:bodyPr/>
          <a:lstStyle/>
          <a:p>
            <a:pPr>
              <a:defRPr sz="2200"/>
            </a:pPr>
            <a:fld id="{0CDDCF47-76FA-4B38-9020-A0E57F41036A}" type="datetimeFigureOut">
              <a:rPr lang="de-CH" smtClean="0"/>
              <a:t>13.01.2026</a:t>
            </a:fld>
            <a:endParaRPr lang="de-CH"/>
          </a:p>
        </p:txBody>
      </p:sp>
      <p:sp>
        <p:nvSpPr>
          <p:cNvPr id="6" name="Footer Placeholder 5">
            <a:extLst>
              <a:ext uri="{FF2B5EF4-FFF2-40B4-BE49-F238E27FC236}">
                <a16:creationId xmlns:a16="http://schemas.microsoft.com/office/drawing/2014/main" id="{A654CD15-1079-5C98-706E-E902DC2C92B6}"/>
              </a:ext>
            </a:extLst>
          </p:cNvPr>
          <p:cNvSpPr>
            <a:spLocks noGrp="1"/>
          </p:cNvSpPr>
          <p:nvPr>
            <p:ph type="ftr" sz="quarter" idx="11"/>
          </p:nvPr>
        </p:nvSpPr>
        <p:spPr/>
        <p:txBody>
          <a:bodyPr/>
          <a:lstStyle/>
          <a:p>
            <a:pPr>
              <a:defRPr sz="2200"/>
            </a:pPr>
            <a:endParaRPr lang="de-CH"/>
          </a:p>
        </p:txBody>
      </p:sp>
      <p:sp>
        <p:nvSpPr>
          <p:cNvPr id="7" name="Slide Number Placeholder 6">
            <a:extLst>
              <a:ext uri="{FF2B5EF4-FFF2-40B4-BE49-F238E27FC236}">
                <a16:creationId xmlns:a16="http://schemas.microsoft.com/office/drawing/2014/main" id="{4D5E6689-E738-7C70-8B84-F3D781BA5D95}"/>
              </a:ext>
            </a:extLst>
          </p:cNvPr>
          <p:cNvSpPr>
            <a:spLocks noGrp="1"/>
          </p:cNvSpPr>
          <p:nvPr>
            <p:ph type="sldNum" sz="quarter" idx="12"/>
          </p:nvPr>
        </p:nvSpPr>
        <p:spPr/>
        <p:txBody>
          <a:bodyPr/>
          <a:lstStyle/>
          <a:p>
            <a:pPr>
              <a:defRPr sz="2200"/>
            </a:pPr>
            <a:fld id="{EA2E0D3E-E818-438E-981B-E98523AC6CA8}" type="slidenum">
              <a:rPr lang="de-CH" smtClean="0"/>
              <a:t>‹#›</a:t>
            </a:fld>
            <a:endParaRPr lang="de-CH"/>
          </a:p>
        </p:txBody>
      </p:sp>
    </p:spTree>
    <p:extLst>
      <p:ext uri="{BB962C8B-B14F-4D97-AF65-F5344CB8AC3E}">
        <p14:creationId xmlns:p14="http://schemas.microsoft.com/office/powerpoint/2010/main" val="896444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4E7E7-96FA-67F1-C1AF-6AE0E0A13ACA}"/>
              </a:ext>
            </a:extLst>
          </p:cNvPr>
          <p:cNvSpPr>
            <a:spLocks noGrp="1"/>
          </p:cNvSpPr>
          <p:nvPr>
            <p:ph type="title"/>
          </p:nvPr>
        </p:nvSpPr>
        <p:spPr>
          <a:xfrm>
            <a:off x="839788" y="365125"/>
            <a:ext cx="10515600" cy="1325563"/>
          </a:xfrm>
        </p:spPr>
        <p:txBody>
          <a:bodyPr/>
          <a:lstStyle/>
          <a:p>
            <a:pPr>
              <a:defRPr sz="2200"/>
            </a:pPr>
            <a:r>
              <a:rPr lang="en-US"/>
              <a:t>Click to edit Master title style</a:t>
            </a:r>
            <a:endParaRPr lang="de-CH"/>
          </a:p>
        </p:txBody>
      </p:sp>
      <p:sp>
        <p:nvSpPr>
          <p:cNvPr id="3" name="Text Placeholder 2">
            <a:extLst>
              <a:ext uri="{FF2B5EF4-FFF2-40B4-BE49-F238E27FC236}">
                <a16:creationId xmlns:a16="http://schemas.microsoft.com/office/drawing/2014/main" id="{BBBB2645-0175-507B-9634-97EBCC4E69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sz="2200"/>
            </a:pPr>
            <a:r>
              <a:rPr lang="en-US"/>
              <a:t>Click to edit Master text styles</a:t>
            </a:r>
          </a:p>
        </p:txBody>
      </p:sp>
      <p:sp>
        <p:nvSpPr>
          <p:cNvPr id="4" name="Content Placeholder 3">
            <a:extLst>
              <a:ext uri="{FF2B5EF4-FFF2-40B4-BE49-F238E27FC236}">
                <a16:creationId xmlns:a16="http://schemas.microsoft.com/office/drawing/2014/main" id="{6AD9AD91-7C36-8CF9-B61A-91D6FFE45B60}"/>
              </a:ext>
            </a:extLst>
          </p:cNvPr>
          <p:cNvSpPr>
            <a:spLocks noGrp="1"/>
          </p:cNvSpPr>
          <p:nvPr>
            <p:ph sz="half" idx="2"/>
          </p:nvPr>
        </p:nvSpPr>
        <p:spPr>
          <a:xfrm>
            <a:off x="839788" y="2505075"/>
            <a:ext cx="5157787" cy="3684588"/>
          </a:xfrm>
        </p:spPr>
        <p:txBody>
          <a:bodyPr/>
          <a:lstStyle/>
          <a:p>
            <a:pPr lvl="0">
              <a:defRPr sz="2200"/>
            </a:pPr>
            <a:r>
              <a:rPr lang="en-US"/>
              <a:t>Click to edit Master text styles</a:t>
            </a:r>
          </a:p>
          <a:p>
            <a:pPr lvl="1">
              <a:defRPr sz="1800"/>
            </a:pPr>
            <a:r>
              <a:rPr lang="en-US"/>
              <a:t>Second level</a:t>
            </a:r>
          </a:p>
          <a:p>
            <a:pPr lvl="2">
              <a:defRPr sz="1600"/>
            </a:pPr>
            <a:r>
              <a:rPr lang="en-US"/>
              <a:t>Third level</a:t>
            </a:r>
          </a:p>
          <a:p>
            <a:pPr lvl="3">
              <a:defRPr sz="1600"/>
            </a:pPr>
            <a:r>
              <a:rPr lang="en-US"/>
              <a:t>Fourth level</a:t>
            </a:r>
          </a:p>
          <a:p>
            <a:pPr lvl="4">
              <a:defRPr sz="1600"/>
            </a:pPr>
            <a:r>
              <a:rPr lang="en-US"/>
              <a:t>Fifth level</a:t>
            </a:r>
            <a:endParaRPr lang="de-CH"/>
          </a:p>
        </p:txBody>
      </p:sp>
      <p:sp>
        <p:nvSpPr>
          <p:cNvPr id="5" name="Text Placeholder 4">
            <a:extLst>
              <a:ext uri="{FF2B5EF4-FFF2-40B4-BE49-F238E27FC236}">
                <a16:creationId xmlns:a16="http://schemas.microsoft.com/office/drawing/2014/main" id="{B85748DD-FDDB-A0B0-4B02-3404E19CEE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sz="2200"/>
            </a:pPr>
            <a:r>
              <a:rPr lang="en-US"/>
              <a:t>Click to edit Master text styles</a:t>
            </a:r>
          </a:p>
        </p:txBody>
      </p:sp>
      <p:sp>
        <p:nvSpPr>
          <p:cNvPr id="6" name="Content Placeholder 5">
            <a:extLst>
              <a:ext uri="{FF2B5EF4-FFF2-40B4-BE49-F238E27FC236}">
                <a16:creationId xmlns:a16="http://schemas.microsoft.com/office/drawing/2014/main" id="{FA18D38B-3A71-8433-843A-AE01E8E2146F}"/>
              </a:ext>
            </a:extLst>
          </p:cNvPr>
          <p:cNvSpPr>
            <a:spLocks noGrp="1"/>
          </p:cNvSpPr>
          <p:nvPr>
            <p:ph sz="quarter" idx="4"/>
          </p:nvPr>
        </p:nvSpPr>
        <p:spPr>
          <a:xfrm>
            <a:off x="6172200" y="2505075"/>
            <a:ext cx="5183188" cy="3684588"/>
          </a:xfrm>
        </p:spPr>
        <p:txBody>
          <a:bodyPr/>
          <a:lstStyle/>
          <a:p>
            <a:pPr lvl="0">
              <a:defRPr sz="2200"/>
            </a:pPr>
            <a:r>
              <a:rPr lang="en-US"/>
              <a:t>Click to edit Master text styles</a:t>
            </a:r>
          </a:p>
          <a:p>
            <a:pPr lvl="1">
              <a:defRPr sz="1800"/>
            </a:pPr>
            <a:r>
              <a:rPr lang="en-US"/>
              <a:t>Second level</a:t>
            </a:r>
          </a:p>
          <a:p>
            <a:pPr lvl="2">
              <a:defRPr sz="1600"/>
            </a:pPr>
            <a:r>
              <a:rPr lang="en-US"/>
              <a:t>Third level</a:t>
            </a:r>
          </a:p>
          <a:p>
            <a:pPr lvl="3">
              <a:defRPr sz="1600"/>
            </a:pPr>
            <a:r>
              <a:rPr lang="en-US"/>
              <a:t>Fourth level</a:t>
            </a:r>
          </a:p>
          <a:p>
            <a:pPr lvl="4">
              <a:defRPr sz="1600"/>
            </a:pPr>
            <a:r>
              <a:rPr lang="en-US"/>
              <a:t>Fifth level</a:t>
            </a:r>
            <a:endParaRPr lang="de-CH"/>
          </a:p>
        </p:txBody>
      </p:sp>
      <p:sp>
        <p:nvSpPr>
          <p:cNvPr id="7" name="Date Placeholder 6">
            <a:extLst>
              <a:ext uri="{FF2B5EF4-FFF2-40B4-BE49-F238E27FC236}">
                <a16:creationId xmlns:a16="http://schemas.microsoft.com/office/drawing/2014/main" id="{32C3B926-E6DF-FE18-0D2D-D3573B206F69}"/>
              </a:ext>
            </a:extLst>
          </p:cNvPr>
          <p:cNvSpPr>
            <a:spLocks noGrp="1"/>
          </p:cNvSpPr>
          <p:nvPr>
            <p:ph type="dt" sz="half" idx="10"/>
          </p:nvPr>
        </p:nvSpPr>
        <p:spPr/>
        <p:txBody>
          <a:bodyPr/>
          <a:lstStyle/>
          <a:p>
            <a:pPr>
              <a:defRPr sz="2200"/>
            </a:pPr>
            <a:fld id="{0CDDCF47-76FA-4B38-9020-A0E57F41036A}" type="datetimeFigureOut">
              <a:rPr lang="de-CH" smtClean="0"/>
              <a:t>13.01.2026</a:t>
            </a:fld>
            <a:endParaRPr lang="de-CH"/>
          </a:p>
        </p:txBody>
      </p:sp>
      <p:sp>
        <p:nvSpPr>
          <p:cNvPr id="8" name="Footer Placeholder 7">
            <a:extLst>
              <a:ext uri="{FF2B5EF4-FFF2-40B4-BE49-F238E27FC236}">
                <a16:creationId xmlns:a16="http://schemas.microsoft.com/office/drawing/2014/main" id="{EF7788E4-70E6-44CA-D74A-D431E586AE4C}"/>
              </a:ext>
            </a:extLst>
          </p:cNvPr>
          <p:cNvSpPr>
            <a:spLocks noGrp="1"/>
          </p:cNvSpPr>
          <p:nvPr>
            <p:ph type="ftr" sz="quarter" idx="11"/>
          </p:nvPr>
        </p:nvSpPr>
        <p:spPr/>
        <p:txBody>
          <a:bodyPr/>
          <a:lstStyle/>
          <a:p>
            <a:pPr>
              <a:defRPr sz="2200"/>
            </a:pPr>
            <a:endParaRPr lang="de-CH"/>
          </a:p>
        </p:txBody>
      </p:sp>
      <p:sp>
        <p:nvSpPr>
          <p:cNvPr id="9" name="Slide Number Placeholder 8">
            <a:extLst>
              <a:ext uri="{FF2B5EF4-FFF2-40B4-BE49-F238E27FC236}">
                <a16:creationId xmlns:a16="http://schemas.microsoft.com/office/drawing/2014/main" id="{0D5EDAF8-2112-E9DC-C955-342AEDAC755F}"/>
              </a:ext>
            </a:extLst>
          </p:cNvPr>
          <p:cNvSpPr>
            <a:spLocks noGrp="1"/>
          </p:cNvSpPr>
          <p:nvPr>
            <p:ph type="sldNum" sz="quarter" idx="12"/>
          </p:nvPr>
        </p:nvSpPr>
        <p:spPr/>
        <p:txBody>
          <a:bodyPr/>
          <a:lstStyle/>
          <a:p>
            <a:pPr>
              <a:defRPr sz="2200"/>
            </a:pPr>
            <a:fld id="{EA2E0D3E-E818-438E-981B-E98523AC6CA8}" type="slidenum">
              <a:rPr lang="de-CH" smtClean="0"/>
              <a:t>‹#›</a:t>
            </a:fld>
            <a:endParaRPr lang="de-CH"/>
          </a:p>
        </p:txBody>
      </p:sp>
    </p:spTree>
    <p:extLst>
      <p:ext uri="{BB962C8B-B14F-4D97-AF65-F5344CB8AC3E}">
        <p14:creationId xmlns:p14="http://schemas.microsoft.com/office/powerpoint/2010/main" val="2039730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0DC85-E0F7-4A7D-138C-EF9A1B13F87E}"/>
              </a:ext>
            </a:extLst>
          </p:cNvPr>
          <p:cNvSpPr>
            <a:spLocks noGrp="1"/>
          </p:cNvSpPr>
          <p:nvPr>
            <p:ph type="title"/>
          </p:nvPr>
        </p:nvSpPr>
        <p:spPr/>
        <p:txBody>
          <a:bodyPr/>
          <a:lstStyle/>
          <a:p>
            <a:pPr>
              <a:defRPr sz="2200"/>
            </a:pPr>
            <a:r>
              <a:rPr lang="en-US"/>
              <a:t>Click to edit Master title style</a:t>
            </a:r>
            <a:endParaRPr lang="de-CH"/>
          </a:p>
        </p:txBody>
      </p:sp>
      <p:sp>
        <p:nvSpPr>
          <p:cNvPr id="3" name="Date Placeholder 2">
            <a:extLst>
              <a:ext uri="{FF2B5EF4-FFF2-40B4-BE49-F238E27FC236}">
                <a16:creationId xmlns:a16="http://schemas.microsoft.com/office/drawing/2014/main" id="{DFC2FDBE-648F-58E1-C14F-DE05ED907F75}"/>
              </a:ext>
            </a:extLst>
          </p:cNvPr>
          <p:cNvSpPr>
            <a:spLocks noGrp="1"/>
          </p:cNvSpPr>
          <p:nvPr>
            <p:ph type="dt" sz="half" idx="10"/>
          </p:nvPr>
        </p:nvSpPr>
        <p:spPr/>
        <p:txBody>
          <a:bodyPr/>
          <a:lstStyle/>
          <a:p>
            <a:pPr>
              <a:defRPr sz="2200"/>
            </a:pPr>
            <a:fld id="{0CDDCF47-76FA-4B38-9020-A0E57F41036A}" type="datetimeFigureOut">
              <a:rPr lang="de-CH" smtClean="0"/>
              <a:t>13.01.2026</a:t>
            </a:fld>
            <a:endParaRPr lang="de-CH"/>
          </a:p>
        </p:txBody>
      </p:sp>
      <p:sp>
        <p:nvSpPr>
          <p:cNvPr id="4" name="Footer Placeholder 3">
            <a:extLst>
              <a:ext uri="{FF2B5EF4-FFF2-40B4-BE49-F238E27FC236}">
                <a16:creationId xmlns:a16="http://schemas.microsoft.com/office/drawing/2014/main" id="{426400A4-5B96-24F1-9F17-70934F087070}"/>
              </a:ext>
            </a:extLst>
          </p:cNvPr>
          <p:cNvSpPr>
            <a:spLocks noGrp="1"/>
          </p:cNvSpPr>
          <p:nvPr>
            <p:ph type="ftr" sz="quarter" idx="11"/>
          </p:nvPr>
        </p:nvSpPr>
        <p:spPr/>
        <p:txBody>
          <a:bodyPr/>
          <a:lstStyle/>
          <a:p>
            <a:pPr>
              <a:defRPr sz="2200"/>
            </a:pPr>
            <a:endParaRPr lang="de-CH"/>
          </a:p>
        </p:txBody>
      </p:sp>
      <p:sp>
        <p:nvSpPr>
          <p:cNvPr id="5" name="Slide Number Placeholder 4">
            <a:extLst>
              <a:ext uri="{FF2B5EF4-FFF2-40B4-BE49-F238E27FC236}">
                <a16:creationId xmlns:a16="http://schemas.microsoft.com/office/drawing/2014/main" id="{5F883FEC-706C-967F-D898-AEE2041251F0}"/>
              </a:ext>
            </a:extLst>
          </p:cNvPr>
          <p:cNvSpPr>
            <a:spLocks noGrp="1"/>
          </p:cNvSpPr>
          <p:nvPr>
            <p:ph type="sldNum" sz="quarter" idx="12"/>
          </p:nvPr>
        </p:nvSpPr>
        <p:spPr/>
        <p:txBody>
          <a:bodyPr/>
          <a:lstStyle/>
          <a:p>
            <a:pPr>
              <a:defRPr sz="2200"/>
            </a:pPr>
            <a:fld id="{EA2E0D3E-E818-438E-981B-E98523AC6CA8}" type="slidenum">
              <a:rPr lang="de-CH" smtClean="0"/>
              <a:t>‹#›</a:t>
            </a:fld>
            <a:endParaRPr lang="de-CH"/>
          </a:p>
        </p:txBody>
      </p:sp>
    </p:spTree>
    <p:extLst>
      <p:ext uri="{BB962C8B-B14F-4D97-AF65-F5344CB8AC3E}">
        <p14:creationId xmlns:p14="http://schemas.microsoft.com/office/powerpoint/2010/main" val="552600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22A5EB-5A31-D7ED-13C0-EF35EB094D22}"/>
              </a:ext>
            </a:extLst>
          </p:cNvPr>
          <p:cNvSpPr>
            <a:spLocks noGrp="1"/>
          </p:cNvSpPr>
          <p:nvPr>
            <p:ph type="dt" sz="half" idx="10"/>
          </p:nvPr>
        </p:nvSpPr>
        <p:spPr/>
        <p:txBody>
          <a:bodyPr/>
          <a:lstStyle/>
          <a:p>
            <a:pPr>
              <a:defRPr sz="2200"/>
            </a:pPr>
            <a:fld id="{0CDDCF47-76FA-4B38-9020-A0E57F41036A}" type="datetimeFigureOut">
              <a:rPr lang="de-CH" smtClean="0"/>
              <a:t>13.01.2026</a:t>
            </a:fld>
            <a:endParaRPr lang="de-CH"/>
          </a:p>
        </p:txBody>
      </p:sp>
      <p:sp>
        <p:nvSpPr>
          <p:cNvPr id="3" name="Footer Placeholder 2">
            <a:extLst>
              <a:ext uri="{FF2B5EF4-FFF2-40B4-BE49-F238E27FC236}">
                <a16:creationId xmlns:a16="http://schemas.microsoft.com/office/drawing/2014/main" id="{569E9A6E-4C86-924D-8A71-9248D16FBF0C}"/>
              </a:ext>
            </a:extLst>
          </p:cNvPr>
          <p:cNvSpPr>
            <a:spLocks noGrp="1"/>
          </p:cNvSpPr>
          <p:nvPr>
            <p:ph type="ftr" sz="quarter" idx="11"/>
          </p:nvPr>
        </p:nvSpPr>
        <p:spPr/>
        <p:txBody>
          <a:bodyPr/>
          <a:lstStyle/>
          <a:p>
            <a:pPr>
              <a:defRPr sz="2200"/>
            </a:pPr>
            <a:endParaRPr lang="de-CH"/>
          </a:p>
        </p:txBody>
      </p:sp>
      <p:sp>
        <p:nvSpPr>
          <p:cNvPr id="4" name="Slide Number Placeholder 3">
            <a:extLst>
              <a:ext uri="{FF2B5EF4-FFF2-40B4-BE49-F238E27FC236}">
                <a16:creationId xmlns:a16="http://schemas.microsoft.com/office/drawing/2014/main" id="{7B86BA0E-364C-7212-62F7-A5023D8771E9}"/>
              </a:ext>
            </a:extLst>
          </p:cNvPr>
          <p:cNvSpPr>
            <a:spLocks noGrp="1"/>
          </p:cNvSpPr>
          <p:nvPr>
            <p:ph type="sldNum" sz="quarter" idx="12"/>
          </p:nvPr>
        </p:nvSpPr>
        <p:spPr/>
        <p:txBody>
          <a:bodyPr/>
          <a:lstStyle/>
          <a:p>
            <a:pPr>
              <a:defRPr sz="2200"/>
            </a:pPr>
            <a:fld id="{EA2E0D3E-E818-438E-981B-E98523AC6CA8}" type="slidenum">
              <a:rPr lang="de-CH" smtClean="0"/>
              <a:t>‹#›</a:t>
            </a:fld>
            <a:endParaRPr lang="de-CH"/>
          </a:p>
        </p:txBody>
      </p:sp>
    </p:spTree>
    <p:extLst>
      <p:ext uri="{BB962C8B-B14F-4D97-AF65-F5344CB8AC3E}">
        <p14:creationId xmlns:p14="http://schemas.microsoft.com/office/powerpoint/2010/main" val="1820324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B87DB-CDB9-EF50-CBAF-39439BEB00FD}"/>
              </a:ext>
            </a:extLst>
          </p:cNvPr>
          <p:cNvSpPr>
            <a:spLocks noGrp="1"/>
          </p:cNvSpPr>
          <p:nvPr>
            <p:ph type="title"/>
          </p:nvPr>
        </p:nvSpPr>
        <p:spPr>
          <a:xfrm>
            <a:off x="839788" y="457200"/>
            <a:ext cx="3932237" cy="1600200"/>
          </a:xfrm>
        </p:spPr>
        <p:txBody>
          <a:bodyPr anchor="b"/>
          <a:lstStyle>
            <a:lvl1pPr>
              <a:defRPr sz="3200"/>
            </a:lvl1pPr>
          </a:lstStyle>
          <a:p>
            <a:pPr>
              <a:defRPr sz="2200"/>
            </a:pPr>
            <a:r>
              <a:rPr lang="en-US"/>
              <a:t>Click to edit Master title style</a:t>
            </a:r>
            <a:endParaRPr lang="de-CH"/>
          </a:p>
        </p:txBody>
      </p:sp>
      <p:sp>
        <p:nvSpPr>
          <p:cNvPr id="3" name="Content Placeholder 2">
            <a:extLst>
              <a:ext uri="{FF2B5EF4-FFF2-40B4-BE49-F238E27FC236}">
                <a16:creationId xmlns:a16="http://schemas.microsoft.com/office/drawing/2014/main" id="{6EF7AD62-4D6C-0287-5B38-7632F2F7FC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sz="2200"/>
            </a:pPr>
            <a:r>
              <a:rPr lang="en-US"/>
              <a:t>Click to edit Master text styles</a:t>
            </a:r>
          </a:p>
          <a:p>
            <a:pPr lvl="1">
              <a:defRPr sz="1800"/>
            </a:pPr>
            <a:r>
              <a:rPr lang="en-US"/>
              <a:t>Second level</a:t>
            </a:r>
          </a:p>
          <a:p>
            <a:pPr lvl="2">
              <a:defRPr sz="1600"/>
            </a:pPr>
            <a:r>
              <a:rPr lang="en-US"/>
              <a:t>Third level</a:t>
            </a:r>
          </a:p>
          <a:p>
            <a:pPr lvl="3">
              <a:defRPr sz="1600"/>
            </a:pPr>
            <a:r>
              <a:rPr lang="en-US"/>
              <a:t>Fourth level</a:t>
            </a:r>
          </a:p>
          <a:p>
            <a:pPr lvl="4">
              <a:defRPr sz="1600"/>
            </a:pPr>
            <a:r>
              <a:rPr lang="en-US"/>
              <a:t>Fifth level</a:t>
            </a:r>
            <a:endParaRPr lang="de-CH"/>
          </a:p>
        </p:txBody>
      </p:sp>
      <p:sp>
        <p:nvSpPr>
          <p:cNvPr id="4" name="Text Placeholder 3">
            <a:extLst>
              <a:ext uri="{FF2B5EF4-FFF2-40B4-BE49-F238E27FC236}">
                <a16:creationId xmlns:a16="http://schemas.microsoft.com/office/drawing/2014/main" id="{4AA473D0-8A21-A81C-AA62-A2C4197A1D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sz="2200"/>
            </a:pPr>
            <a:r>
              <a:rPr lang="en-US"/>
              <a:t>Click to edit Master text styles</a:t>
            </a:r>
          </a:p>
        </p:txBody>
      </p:sp>
      <p:sp>
        <p:nvSpPr>
          <p:cNvPr id="5" name="Date Placeholder 4">
            <a:extLst>
              <a:ext uri="{FF2B5EF4-FFF2-40B4-BE49-F238E27FC236}">
                <a16:creationId xmlns:a16="http://schemas.microsoft.com/office/drawing/2014/main" id="{2C06E07D-F383-ABBB-6184-740C86C9CA9F}"/>
              </a:ext>
            </a:extLst>
          </p:cNvPr>
          <p:cNvSpPr>
            <a:spLocks noGrp="1"/>
          </p:cNvSpPr>
          <p:nvPr>
            <p:ph type="dt" sz="half" idx="10"/>
          </p:nvPr>
        </p:nvSpPr>
        <p:spPr/>
        <p:txBody>
          <a:bodyPr/>
          <a:lstStyle/>
          <a:p>
            <a:pPr>
              <a:defRPr sz="2200"/>
            </a:pPr>
            <a:fld id="{0CDDCF47-76FA-4B38-9020-A0E57F41036A}" type="datetimeFigureOut">
              <a:rPr lang="de-CH" smtClean="0"/>
              <a:t>13.01.2026</a:t>
            </a:fld>
            <a:endParaRPr lang="de-CH"/>
          </a:p>
        </p:txBody>
      </p:sp>
      <p:sp>
        <p:nvSpPr>
          <p:cNvPr id="6" name="Footer Placeholder 5">
            <a:extLst>
              <a:ext uri="{FF2B5EF4-FFF2-40B4-BE49-F238E27FC236}">
                <a16:creationId xmlns:a16="http://schemas.microsoft.com/office/drawing/2014/main" id="{71ACB14F-19CA-D5F9-9311-E010B5B00253}"/>
              </a:ext>
            </a:extLst>
          </p:cNvPr>
          <p:cNvSpPr>
            <a:spLocks noGrp="1"/>
          </p:cNvSpPr>
          <p:nvPr>
            <p:ph type="ftr" sz="quarter" idx="11"/>
          </p:nvPr>
        </p:nvSpPr>
        <p:spPr/>
        <p:txBody>
          <a:bodyPr/>
          <a:lstStyle/>
          <a:p>
            <a:pPr>
              <a:defRPr sz="2200"/>
            </a:pPr>
            <a:endParaRPr lang="de-CH"/>
          </a:p>
        </p:txBody>
      </p:sp>
      <p:sp>
        <p:nvSpPr>
          <p:cNvPr id="7" name="Slide Number Placeholder 6">
            <a:extLst>
              <a:ext uri="{FF2B5EF4-FFF2-40B4-BE49-F238E27FC236}">
                <a16:creationId xmlns:a16="http://schemas.microsoft.com/office/drawing/2014/main" id="{2AF62331-B11F-F9F4-384A-942A220F638A}"/>
              </a:ext>
            </a:extLst>
          </p:cNvPr>
          <p:cNvSpPr>
            <a:spLocks noGrp="1"/>
          </p:cNvSpPr>
          <p:nvPr>
            <p:ph type="sldNum" sz="quarter" idx="12"/>
          </p:nvPr>
        </p:nvSpPr>
        <p:spPr/>
        <p:txBody>
          <a:bodyPr/>
          <a:lstStyle/>
          <a:p>
            <a:pPr>
              <a:defRPr sz="2200"/>
            </a:pPr>
            <a:fld id="{EA2E0D3E-E818-438E-981B-E98523AC6CA8}" type="slidenum">
              <a:rPr lang="de-CH" smtClean="0"/>
              <a:t>‹#›</a:t>
            </a:fld>
            <a:endParaRPr lang="de-CH"/>
          </a:p>
        </p:txBody>
      </p:sp>
    </p:spTree>
    <p:extLst>
      <p:ext uri="{BB962C8B-B14F-4D97-AF65-F5344CB8AC3E}">
        <p14:creationId xmlns:p14="http://schemas.microsoft.com/office/powerpoint/2010/main" val="3229542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E4137-0E47-B67C-C936-950EAC53C669}"/>
              </a:ext>
            </a:extLst>
          </p:cNvPr>
          <p:cNvSpPr>
            <a:spLocks noGrp="1"/>
          </p:cNvSpPr>
          <p:nvPr>
            <p:ph type="title"/>
          </p:nvPr>
        </p:nvSpPr>
        <p:spPr>
          <a:xfrm>
            <a:off x="839788" y="457200"/>
            <a:ext cx="3932237" cy="1600200"/>
          </a:xfrm>
        </p:spPr>
        <p:txBody>
          <a:bodyPr anchor="b"/>
          <a:lstStyle>
            <a:lvl1pPr>
              <a:defRPr sz="3200"/>
            </a:lvl1pPr>
          </a:lstStyle>
          <a:p>
            <a:pPr>
              <a:defRPr sz="2200"/>
            </a:pPr>
            <a:r>
              <a:rPr lang="en-US"/>
              <a:t>Click to edit Master title style</a:t>
            </a:r>
            <a:endParaRPr lang="de-CH"/>
          </a:p>
        </p:txBody>
      </p:sp>
      <p:sp>
        <p:nvSpPr>
          <p:cNvPr id="3" name="Picture Placeholder 2">
            <a:extLst>
              <a:ext uri="{FF2B5EF4-FFF2-40B4-BE49-F238E27FC236}">
                <a16:creationId xmlns:a16="http://schemas.microsoft.com/office/drawing/2014/main" id="{944494F4-DC2C-791F-93D2-947E86B48D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sz="2200"/>
            </a:pPr>
            <a:endParaRPr lang="de-CH"/>
          </a:p>
        </p:txBody>
      </p:sp>
      <p:sp>
        <p:nvSpPr>
          <p:cNvPr id="4" name="Text Placeholder 3">
            <a:extLst>
              <a:ext uri="{FF2B5EF4-FFF2-40B4-BE49-F238E27FC236}">
                <a16:creationId xmlns:a16="http://schemas.microsoft.com/office/drawing/2014/main" id="{237DAD82-D473-88D5-185F-C52DAB657E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sz="2200"/>
            </a:pPr>
            <a:r>
              <a:rPr lang="en-US"/>
              <a:t>Click to edit Master text styles</a:t>
            </a:r>
          </a:p>
        </p:txBody>
      </p:sp>
      <p:sp>
        <p:nvSpPr>
          <p:cNvPr id="5" name="Date Placeholder 4">
            <a:extLst>
              <a:ext uri="{FF2B5EF4-FFF2-40B4-BE49-F238E27FC236}">
                <a16:creationId xmlns:a16="http://schemas.microsoft.com/office/drawing/2014/main" id="{51155EE0-EE99-9C98-B11D-9FDA5813B9F2}"/>
              </a:ext>
            </a:extLst>
          </p:cNvPr>
          <p:cNvSpPr>
            <a:spLocks noGrp="1"/>
          </p:cNvSpPr>
          <p:nvPr>
            <p:ph type="dt" sz="half" idx="10"/>
          </p:nvPr>
        </p:nvSpPr>
        <p:spPr/>
        <p:txBody>
          <a:bodyPr/>
          <a:lstStyle/>
          <a:p>
            <a:pPr>
              <a:defRPr sz="2200"/>
            </a:pPr>
            <a:fld id="{0CDDCF47-76FA-4B38-9020-A0E57F41036A}" type="datetimeFigureOut">
              <a:rPr lang="de-CH" smtClean="0"/>
              <a:t>13.01.2026</a:t>
            </a:fld>
            <a:endParaRPr lang="de-CH"/>
          </a:p>
        </p:txBody>
      </p:sp>
      <p:sp>
        <p:nvSpPr>
          <p:cNvPr id="6" name="Footer Placeholder 5">
            <a:extLst>
              <a:ext uri="{FF2B5EF4-FFF2-40B4-BE49-F238E27FC236}">
                <a16:creationId xmlns:a16="http://schemas.microsoft.com/office/drawing/2014/main" id="{79386DA1-01CE-1A83-592D-135CF8160A55}"/>
              </a:ext>
            </a:extLst>
          </p:cNvPr>
          <p:cNvSpPr>
            <a:spLocks noGrp="1"/>
          </p:cNvSpPr>
          <p:nvPr>
            <p:ph type="ftr" sz="quarter" idx="11"/>
          </p:nvPr>
        </p:nvSpPr>
        <p:spPr/>
        <p:txBody>
          <a:bodyPr/>
          <a:lstStyle/>
          <a:p>
            <a:pPr>
              <a:defRPr sz="2200"/>
            </a:pPr>
            <a:endParaRPr lang="de-CH"/>
          </a:p>
        </p:txBody>
      </p:sp>
      <p:sp>
        <p:nvSpPr>
          <p:cNvPr id="7" name="Slide Number Placeholder 6">
            <a:extLst>
              <a:ext uri="{FF2B5EF4-FFF2-40B4-BE49-F238E27FC236}">
                <a16:creationId xmlns:a16="http://schemas.microsoft.com/office/drawing/2014/main" id="{A32DA987-8EDA-E615-B9E2-88266C6C0E3C}"/>
              </a:ext>
            </a:extLst>
          </p:cNvPr>
          <p:cNvSpPr>
            <a:spLocks noGrp="1"/>
          </p:cNvSpPr>
          <p:nvPr>
            <p:ph type="sldNum" sz="quarter" idx="12"/>
          </p:nvPr>
        </p:nvSpPr>
        <p:spPr/>
        <p:txBody>
          <a:bodyPr/>
          <a:lstStyle/>
          <a:p>
            <a:pPr>
              <a:defRPr sz="2200"/>
            </a:pPr>
            <a:fld id="{EA2E0D3E-E818-438E-981B-E98523AC6CA8}" type="slidenum">
              <a:rPr lang="de-CH" smtClean="0"/>
              <a:t>‹#›</a:t>
            </a:fld>
            <a:endParaRPr lang="de-CH"/>
          </a:p>
        </p:txBody>
      </p:sp>
    </p:spTree>
    <p:extLst>
      <p:ext uri="{BB962C8B-B14F-4D97-AF65-F5344CB8AC3E}">
        <p14:creationId xmlns:p14="http://schemas.microsoft.com/office/powerpoint/2010/main" val="88468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39ACA-9F1C-81D8-8EA0-7ABE93151C6B}"/>
              </a:ext>
            </a:extLst>
          </p:cNvPr>
          <p:cNvSpPr>
            <a:spLocks noGrp="1"/>
          </p:cNvSpPr>
          <p:nvPr>
            <p:ph type="title"/>
          </p:nvPr>
        </p:nvSpPr>
        <p:spPr/>
        <p:txBody>
          <a:bodyPr/>
          <a:lstStyle/>
          <a:p>
            <a:pPr>
              <a:defRPr sz="2200"/>
            </a:pPr>
            <a:r>
              <a:rPr lang="en-US"/>
              <a:t>Click to edit Master title style</a:t>
            </a:r>
            <a:endParaRPr lang="de-CH"/>
          </a:p>
        </p:txBody>
      </p:sp>
      <p:sp>
        <p:nvSpPr>
          <p:cNvPr id="3" name="Vertical Text Placeholder 2">
            <a:extLst>
              <a:ext uri="{FF2B5EF4-FFF2-40B4-BE49-F238E27FC236}">
                <a16:creationId xmlns:a16="http://schemas.microsoft.com/office/drawing/2014/main" id="{05B0B540-422B-4F87-B268-83469B644EDA}"/>
              </a:ext>
            </a:extLst>
          </p:cNvPr>
          <p:cNvSpPr>
            <a:spLocks noGrp="1"/>
          </p:cNvSpPr>
          <p:nvPr>
            <p:ph type="body" orient="vert" idx="1"/>
          </p:nvPr>
        </p:nvSpPr>
        <p:spPr/>
        <p:txBody>
          <a:bodyPr vert="eaVert"/>
          <a:lstStyle/>
          <a:p>
            <a:pPr lvl="0">
              <a:defRPr sz="2200"/>
            </a:pPr>
            <a:r>
              <a:rPr lang="en-US"/>
              <a:t>Click to edit Master text styles</a:t>
            </a:r>
          </a:p>
          <a:p>
            <a:pPr lvl="1">
              <a:defRPr sz="1800"/>
            </a:pPr>
            <a:r>
              <a:rPr lang="en-US"/>
              <a:t>Second level</a:t>
            </a:r>
          </a:p>
          <a:p>
            <a:pPr lvl="2">
              <a:defRPr sz="1600"/>
            </a:pPr>
            <a:r>
              <a:rPr lang="en-US"/>
              <a:t>Third level</a:t>
            </a:r>
          </a:p>
          <a:p>
            <a:pPr lvl="3">
              <a:defRPr sz="1600"/>
            </a:pPr>
            <a:r>
              <a:rPr lang="en-US"/>
              <a:t>Fourth level</a:t>
            </a:r>
          </a:p>
          <a:p>
            <a:pPr lvl="4">
              <a:defRPr sz="1600"/>
            </a:pPr>
            <a:r>
              <a:rPr lang="en-US"/>
              <a:t>Fifth level</a:t>
            </a:r>
            <a:endParaRPr lang="de-CH"/>
          </a:p>
        </p:txBody>
      </p:sp>
      <p:sp>
        <p:nvSpPr>
          <p:cNvPr id="4" name="Date Placeholder 3">
            <a:extLst>
              <a:ext uri="{FF2B5EF4-FFF2-40B4-BE49-F238E27FC236}">
                <a16:creationId xmlns:a16="http://schemas.microsoft.com/office/drawing/2014/main" id="{97C29034-E9DF-BB05-8C73-A6C003B1C16D}"/>
              </a:ext>
            </a:extLst>
          </p:cNvPr>
          <p:cNvSpPr>
            <a:spLocks noGrp="1"/>
          </p:cNvSpPr>
          <p:nvPr>
            <p:ph type="dt" sz="half" idx="10"/>
          </p:nvPr>
        </p:nvSpPr>
        <p:spPr/>
        <p:txBody>
          <a:bodyPr/>
          <a:lstStyle/>
          <a:p>
            <a:pPr>
              <a:defRPr sz="2200"/>
            </a:pPr>
            <a:fld id="{0CDDCF47-76FA-4B38-9020-A0E57F41036A}" type="datetimeFigureOut">
              <a:rPr lang="de-CH" smtClean="0"/>
              <a:t>13.01.2026</a:t>
            </a:fld>
            <a:endParaRPr lang="de-CH"/>
          </a:p>
        </p:txBody>
      </p:sp>
      <p:sp>
        <p:nvSpPr>
          <p:cNvPr id="5" name="Footer Placeholder 4">
            <a:extLst>
              <a:ext uri="{FF2B5EF4-FFF2-40B4-BE49-F238E27FC236}">
                <a16:creationId xmlns:a16="http://schemas.microsoft.com/office/drawing/2014/main" id="{A300ED09-0611-4957-4CA6-FFFAC0282947}"/>
              </a:ext>
            </a:extLst>
          </p:cNvPr>
          <p:cNvSpPr>
            <a:spLocks noGrp="1"/>
          </p:cNvSpPr>
          <p:nvPr>
            <p:ph type="ftr" sz="quarter" idx="11"/>
          </p:nvPr>
        </p:nvSpPr>
        <p:spPr/>
        <p:txBody>
          <a:bodyPr/>
          <a:lstStyle/>
          <a:p>
            <a:pPr>
              <a:defRPr sz="2200"/>
            </a:pPr>
            <a:endParaRPr lang="de-CH"/>
          </a:p>
        </p:txBody>
      </p:sp>
      <p:sp>
        <p:nvSpPr>
          <p:cNvPr id="6" name="Slide Number Placeholder 5">
            <a:extLst>
              <a:ext uri="{FF2B5EF4-FFF2-40B4-BE49-F238E27FC236}">
                <a16:creationId xmlns:a16="http://schemas.microsoft.com/office/drawing/2014/main" id="{BFD5DE66-FBD0-48BC-37D1-827493BC036F}"/>
              </a:ext>
            </a:extLst>
          </p:cNvPr>
          <p:cNvSpPr>
            <a:spLocks noGrp="1"/>
          </p:cNvSpPr>
          <p:nvPr>
            <p:ph type="sldNum" sz="quarter" idx="12"/>
          </p:nvPr>
        </p:nvSpPr>
        <p:spPr/>
        <p:txBody>
          <a:bodyPr/>
          <a:lstStyle/>
          <a:p>
            <a:pPr>
              <a:defRPr sz="2200"/>
            </a:pPr>
            <a:fld id="{EA2E0D3E-E818-438E-981B-E98523AC6CA8}" type="slidenum">
              <a:rPr lang="de-CH" smtClean="0"/>
              <a:t>‹#›</a:t>
            </a:fld>
            <a:endParaRPr lang="de-CH"/>
          </a:p>
        </p:txBody>
      </p:sp>
    </p:spTree>
    <p:extLst>
      <p:ext uri="{BB962C8B-B14F-4D97-AF65-F5344CB8AC3E}">
        <p14:creationId xmlns:p14="http://schemas.microsoft.com/office/powerpoint/2010/main" val="4180361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B475E0-0DA6-D8E9-13FB-C0C7768C3A3D}"/>
              </a:ext>
            </a:extLst>
          </p:cNvPr>
          <p:cNvSpPr>
            <a:spLocks noGrp="1"/>
          </p:cNvSpPr>
          <p:nvPr>
            <p:ph type="title" orient="vert"/>
          </p:nvPr>
        </p:nvSpPr>
        <p:spPr>
          <a:xfrm>
            <a:off x="8724900" y="365125"/>
            <a:ext cx="2628900" cy="5811838"/>
          </a:xfrm>
        </p:spPr>
        <p:txBody>
          <a:bodyPr vert="eaVert"/>
          <a:lstStyle/>
          <a:p>
            <a:pPr>
              <a:defRPr sz="2200"/>
            </a:pPr>
            <a:r>
              <a:rPr lang="en-US"/>
              <a:t>Click to edit Master title style</a:t>
            </a:r>
            <a:endParaRPr lang="de-CH"/>
          </a:p>
        </p:txBody>
      </p:sp>
      <p:sp>
        <p:nvSpPr>
          <p:cNvPr id="3" name="Vertical Text Placeholder 2">
            <a:extLst>
              <a:ext uri="{FF2B5EF4-FFF2-40B4-BE49-F238E27FC236}">
                <a16:creationId xmlns:a16="http://schemas.microsoft.com/office/drawing/2014/main" id="{28484D5B-3BE1-6DF8-E2BA-6C5A04CDF4E6}"/>
              </a:ext>
            </a:extLst>
          </p:cNvPr>
          <p:cNvSpPr>
            <a:spLocks noGrp="1"/>
          </p:cNvSpPr>
          <p:nvPr>
            <p:ph type="body" orient="vert" idx="1"/>
          </p:nvPr>
        </p:nvSpPr>
        <p:spPr>
          <a:xfrm>
            <a:off x="838200" y="365125"/>
            <a:ext cx="7734300" cy="5811838"/>
          </a:xfrm>
        </p:spPr>
        <p:txBody>
          <a:bodyPr vert="eaVert"/>
          <a:lstStyle/>
          <a:p>
            <a:pPr lvl="0">
              <a:defRPr sz="2200"/>
            </a:pPr>
            <a:r>
              <a:rPr lang="en-US"/>
              <a:t>Click to edit Master text styles</a:t>
            </a:r>
          </a:p>
          <a:p>
            <a:pPr lvl="1">
              <a:defRPr sz="1800"/>
            </a:pPr>
            <a:r>
              <a:rPr lang="en-US"/>
              <a:t>Second level</a:t>
            </a:r>
          </a:p>
          <a:p>
            <a:pPr lvl="2">
              <a:defRPr sz="1600"/>
            </a:pPr>
            <a:r>
              <a:rPr lang="en-US"/>
              <a:t>Third level</a:t>
            </a:r>
          </a:p>
          <a:p>
            <a:pPr lvl="3">
              <a:defRPr sz="1600"/>
            </a:pPr>
            <a:r>
              <a:rPr lang="en-US"/>
              <a:t>Fourth level</a:t>
            </a:r>
          </a:p>
          <a:p>
            <a:pPr lvl="4">
              <a:defRPr sz="1600"/>
            </a:pPr>
            <a:r>
              <a:rPr lang="en-US"/>
              <a:t>Fifth level</a:t>
            </a:r>
            <a:endParaRPr lang="de-CH"/>
          </a:p>
        </p:txBody>
      </p:sp>
      <p:sp>
        <p:nvSpPr>
          <p:cNvPr id="4" name="Date Placeholder 3">
            <a:extLst>
              <a:ext uri="{FF2B5EF4-FFF2-40B4-BE49-F238E27FC236}">
                <a16:creationId xmlns:a16="http://schemas.microsoft.com/office/drawing/2014/main" id="{4BF05979-2484-FF87-02F6-0AA1CF959090}"/>
              </a:ext>
            </a:extLst>
          </p:cNvPr>
          <p:cNvSpPr>
            <a:spLocks noGrp="1"/>
          </p:cNvSpPr>
          <p:nvPr>
            <p:ph type="dt" sz="half" idx="10"/>
          </p:nvPr>
        </p:nvSpPr>
        <p:spPr/>
        <p:txBody>
          <a:bodyPr/>
          <a:lstStyle/>
          <a:p>
            <a:pPr>
              <a:defRPr sz="2200"/>
            </a:pPr>
            <a:fld id="{0CDDCF47-76FA-4B38-9020-A0E57F41036A}" type="datetimeFigureOut">
              <a:rPr lang="de-CH" smtClean="0"/>
              <a:t>13.01.2026</a:t>
            </a:fld>
            <a:endParaRPr lang="de-CH"/>
          </a:p>
        </p:txBody>
      </p:sp>
      <p:sp>
        <p:nvSpPr>
          <p:cNvPr id="5" name="Footer Placeholder 4">
            <a:extLst>
              <a:ext uri="{FF2B5EF4-FFF2-40B4-BE49-F238E27FC236}">
                <a16:creationId xmlns:a16="http://schemas.microsoft.com/office/drawing/2014/main" id="{0EA7A5FC-7247-1393-B726-CD920B2AA342}"/>
              </a:ext>
            </a:extLst>
          </p:cNvPr>
          <p:cNvSpPr>
            <a:spLocks noGrp="1"/>
          </p:cNvSpPr>
          <p:nvPr>
            <p:ph type="ftr" sz="quarter" idx="11"/>
          </p:nvPr>
        </p:nvSpPr>
        <p:spPr/>
        <p:txBody>
          <a:bodyPr/>
          <a:lstStyle/>
          <a:p>
            <a:pPr>
              <a:defRPr sz="2200"/>
            </a:pPr>
            <a:endParaRPr lang="de-CH"/>
          </a:p>
        </p:txBody>
      </p:sp>
      <p:sp>
        <p:nvSpPr>
          <p:cNvPr id="6" name="Slide Number Placeholder 5">
            <a:extLst>
              <a:ext uri="{FF2B5EF4-FFF2-40B4-BE49-F238E27FC236}">
                <a16:creationId xmlns:a16="http://schemas.microsoft.com/office/drawing/2014/main" id="{58AD108C-07F3-F379-1929-726EB568E241}"/>
              </a:ext>
            </a:extLst>
          </p:cNvPr>
          <p:cNvSpPr>
            <a:spLocks noGrp="1"/>
          </p:cNvSpPr>
          <p:nvPr>
            <p:ph type="sldNum" sz="quarter" idx="12"/>
          </p:nvPr>
        </p:nvSpPr>
        <p:spPr/>
        <p:txBody>
          <a:bodyPr/>
          <a:lstStyle/>
          <a:p>
            <a:pPr>
              <a:defRPr sz="2200"/>
            </a:pPr>
            <a:fld id="{EA2E0D3E-E818-438E-981B-E98523AC6CA8}" type="slidenum">
              <a:rPr lang="de-CH" smtClean="0"/>
              <a:t>‹#›</a:t>
            </a:fld>
            <a:endParaRPr lang="de-CH"/>
          </a:p>
        </p:txBody>
      </p:sp>
    </p:spTree>
    <p:extLst>
      <p:ext uri="{BB962C8B-B14F-4D97-AF65-F5344CB8AC3E}">
        <p14:creationId xmlns:p14="http://schemas.microsoft.com/office/powerpoint/2010/main" val="3508577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Only">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65766F-6108-765D-42F9-80F55CD31629}"/>
              </a:ext>
            </a:extLst>
          </p:cNvPr>
          <p:cNvSpPr>
            <a:spLocks noGrp="1"/>
          </p:cNvSpPr>
          <p:nvPr>
            <p:ph type="title" hasCustomPrompt="1"/>
          </p:nvPr>
        </p:nvSpPr>
        <p:spPr>
          <a:xfrm>
            <a:off x="290031" y="1787951"/>
            <a:ext cx="8618780" cy="4503999"/>
          </a:xfrm>
          <a:prstGeom prst="rect">
            <a:avLst/>
          </a:prstGeom>
        </p:spPr>
        <p:txBody>
          <a:bodyPr lIns="0" tIns="0" rIns="0" bIns="0" anchor="t"/>
          <a:lstStyle>
            <a:lvl1pPr algn="l">
              <a:lnSpc>
                <a:spcPct val="95000"/>
              </a:lnSpc>
              <a:spcBef>
                <a:spcPts val="0"/>
              </a:spcBef>
              <a:spcAft>
                <a:spcPts val="0"/>
              </a:spcAft>
              <a:defRPr sz="5690" b="1" i="0" u="none">
                <a:solidFill>
                  <a:srgbClr val="FFFFFF"/>
                </a:solidFill>
                <a:latin typeface="Frutiger for ZKB Light" panose="020B0303030504020204" pitchFamily="34" charset="0"/>
              </a:defRPr>
            </a:lvl1pPr>
          </a:lstStyle>
          <a:p>
            <a:pPr>
              <a:defRPr sz="2200"/>
            </a:pPr>
            <a:r>
              <a:rPr lang="de-CH" dirty="0"/>
              <a:t>Präsentationstitel</a:t>
            </a:r>
            <a:br>
              <a:rPr lang="de-CH" dirty="0"/>
            </a:br>
            <a:r>
              <a:rPr lang="de-CH" dirty="0"/>
              <a:t>(max. </a:t>
            </a:r>
            <a:r>
              <a:rPr lang="de-CH"/>
              <a:t>dreizeilig)</a:t>
            </a:r>
            <a:endParaRPr lang="de-CH" dirty="0"/>
          </a:p>
        </p:txBody>
      </p:sp>
      <p:sp>
        <p:nvSpPr>
          <p:cNvPr id="5" name="Untertitel 4">
            <a:extLst>
              <a:ext uri="{FF2B5EF4-FFF2-40B4-BE49-F238E27FC236}">
                <a16:creationId xmlns:a16="http://schemas.microsoft.com/office/drawing/2014/main" id="{7B1B45FA-E305-A413-78CB-99F3966EEEBE}"/>
              </a:ext>
            </a:extLst>
          </p:cNvPr>
          <p:cNvSpPr>
            <a:spLocks noGrp="1"/>
          </p:cNvSpPr>
          <p:nvPr>
            <p:ph type="subTitle" idx="10" hasCustomPrompt="1"/>
          </p:nvPr>
        </p:nvSpPr>
        <p:spPr>
          <a:xfrm>
            <a:off x="290031" y="272970"/>
            <a:ext cx="8618780" cy="232706"/>
          </a:xfrm>
          <a:prstGeom prst="rect">
            <a:avLst/>
          </a:prstGeom>
        </p:spPr>
        <p:txBody>
          <a:bodyPr lIns="0" tIns="0" rIns="0" bIns="0" anchor="t"/>
          <a:lstStyle>
            <a:lvl1pPr marL="0" indent="0" algn="l">
              <a:lnSpc>
                <a:spcPct val="100000"/>
              </a:lnSpc>
              <a:spcBef>
                <a:spcPts val="0"/>
              </a:spcBef>
              <a:spcAft>
                <a:spcPts val="0"/>
              </a:spcAft>
              <a:buNone/>
              <a:defRPr sz="1517" b="1" i="0" u="none">
                <a:solidFill>
                  <a:srgbClr val="FFFFFF"/>
                </a:solidFill>
                <a:latin typeface="Frutiger for ZKB Light" panose="020B0303030504020204" pitchFamily="34" charset="0"/>
              </a:defRPr>
            </a:lvl1pPr>
            <a:lvl2pPr marL="433608" indent="0" algn="ctr">
              <a:buNone/>
            </a:lvl2pPr>
            <a:lvl3pPr marL="867217" indent="0" algn="ctr">
              <a:buNone/>
            </a:lvl3pPr>
            <a:lvl4pPr marL="1300825" indent="0" algn="ctr">
              <a:buNone/>
            </a:lvl4pPr>
            <a:lvl5pPr marL="1734434" indent="0" algn="ctr">
              <a:buNone/>
            </a:lvl5pPr>
            <a:lvl6pPr marL="2168042" indent="0" algn="ctr">
              <a:buNone/>
            </a:lvl6pPr>
            <a:lvl7pPr marL="2601651" indent="0" algn="ctr">
              <a:buNone/>
            </a:lvl7pPr>
            <a:lvl8pPr marL="3035259" indent="0" algn="ctr">
              <a:buNone/>
            </a:lvl8pPr>
            <a:lvl9pPr marL="3468868" indent="0" algn="ctr">
              <a:buNone/>
            </a:lvl9pPr>
          </a:lstStyle>
          <a:p>
            <a:pPr>
              <a:defRPr sz="2200"/>
            </a:pPr>
            <a:r>
              <a:rPr lang="de-CH"/>
              <a:t>Titel</a:t>
            </a:r>
            <a:endParaRPr lang="de-CH" dirty="0"/>
          </a:p>
        </p:txBody>
      </p:sp>
      <p:sp>
        <p:nvSpPr>
          <p:cNvPr id="6" name="Textplatzhalter 5">
            <a:extLst>
              <a:ext uri="{FF2B5EF4-FFF2-40B4-BE49-F238E27FC236}">
                <a16:creationId xmlns:a16="http://schemas.microsoft.com/office/drawing/2014/main" id="{D9A82973-AB3D-5053-4B99-D1016BB695A9}"/>
              </a:ext>
            </a:extLst>
          </p:cNvPr>
          <p:cNvSpPr>
            <a:spLocks noGrp="1"/>
          </p:cNvSpPr>
          <p:nvPr>
            <p:ph type="body" sz="quarter" idx="11" hasCustomPrompt="1"/>
          </p:nvPr>
        </p:nvSpPr>
        <p:spPr>
          <a:xfrm>
            <a:off x="290031" y="525467"/>
            <a:ext cx="8618780" cy="232706"/>
          </a:xfrm>
          <a:prstGeom prst="rect">
            <a:avLst/>
          </a:prstGeom>
        </p:spPr>
        <p:txBody>
          <a:bodyPr lIns="0" tIns="0" rIns="0" bIns="0" anchor="t"/>
          <a:lstStyle>
            <a:lvl1pPr algn="l">
              <a:lnSpc>
                <a:spcPct val="100000"/>
              </a:lnSpc>
              <a:spcBef>
                <a:spcPts val="0"/>
              </a:spcBef>
              <a:spcAft>
                <a:spcPts val="0"/>
              </a:spcAft>
              <a:defRPr sz="1517" b="0" i="0" u="none">
                <a:solidFill>
                  <a:srgbClr val="FFFFFF"/>
                </a:solidFill>
                <a:latin typeface="Frutiger for ZKB Light" panose="020B0303030504020204" pitchFamily="34" charset="0"/>
              </a:defRPr>
            </a:lvl1pPr>
          </a:lstStyle>
          <a:p>
            <a:pPr lvl="0">
              <a:defRPr sz="2200"/>
            </a:pPr>
            <a:r>
              <a:rPr lang="de-CH"/>
              <a:t>Referenz, Abteilung, Datum</a:t>
            </a:r>
            <a:endParaRPr lang="de-CH" dirty="0"/>
          </a:p>
        </p:txBody>
      </p:sp>
      <p:pic>
        <p:nvPicPr>
          <p:cNvPr id="10" name="ZKB_LOGO">
            <a:extLst>
              <a:ext uri="{FF2B5EF4-FFF2-40B4-BE49-F238E27FC236}">
                <a16:creationId xmlns:a16="http://schemas.microsoft.com/office/drawing/2014/main" id="{5A92113E-222A-880D-9911-9770422C9D5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001478" y="296854"/>
            <a:ext cx="1900499" cy="443954"/>
          </a:xfrm>
          <a:prstGeom prst="rect">
            <a:avLst/>
          </a:prstGeom>
        </p:spPr>
      </p:pic>
      <p:sp>
        <p:nvSpPr>
          <p:cNvPr id="11" name="Hilfetext">
            <a:extLst>
              <a:ext uri="{FF2B5EF4-FFF2-40B4-BE49-F238E27FC236}">
                <a16:creationId xmlns:a16="http://schemas.microsoft.com/office/drawing/2014/main" id="{236C1A26-0EEE-D3C3-BCF4-BBC843AF15E3}"/>
              </a:ext>
            </a:extLst>
          </p:cNvPr>
          <p:cNvSpPr/>
          <p:nvPr userDrawn="1"/>
        </p:nvSpPr>
        <p:spPr>
          <a:xfrm>
            <a:off x="8973119" y="1312881"/>
            <a:ext cx="3059292" cy="1698315"/>
          </a:xfrm>
          <a:prstGeom prst="rect">
            <a:avLst/>
          </a:prstGeom>
        </p:spPr>
        <p:txBody>
          <a:bodyPr vert="horz" wrap="square" lIns="0" tIns="0" rIns="0" bIns="0" rtlCol="0" anchor="t" anchorCtr="0">
            <a:noAutofit/>
          </a:bodyPr>
          <a:lstStyle/>
          <a:p>
            <a:pPr algn="l">
              <a:defRPr sz="2200"/>
            </a:pPr>
            <a:r>
              <a:rPr lang="de-CH" sz="1517" b="1" i="0" u="none" dirty="0">
                <a:solidFill>
                  <a:srgbClr val="FFFFFF"/>
                </a:solidFill>
                <a:latin typeface="Frutiger for ZKB Light" panose="020B0303030504020204" pitchFamily="34" charset="0"/>
              </a:rPr>
              <a:t>Bild Titelfolie ändern</a:t>
            </a:r>
            <a:br>
              <a:rPr lang="de-CH" sz="1517" b="1" i="0" u="none" dirty="0">
                <a:solidFill>
                  <a:srgbClr val="FFFFFF"/>
                </a:solidFill>
                <a:latin typeface="Frutiger for ZKB Light" panose="020B0303030504020204" pitchFamily="34" charset="0"/>
              </a:rPr>
            </a:br>
            <a:r>
              <a:rPr lang="de-CH" sz="1517" b="1" i="0" u="none" dirty="0">
                <a:solidFill>
                  <a:srgbClr val="FFFFFF"/>
                </a:solidFill>
                <a:latin typeface="Frutiger for ZKB Light" panose="020B0303030504020204" pitchFamily="34" charset="0"/>
              </a:rPr>
              <a:t>über die ZKB-Lasche</a:t>
            </a:r>
            <a:br>
              <a:rPr lang="de-CH" sz="1517" b="1" i="0" u="none" dirty="0">
                <a:solidFill>
                  <a:srgbClr val="FFFFFF"/>
                </a:solidFill>
                <a:latin typeface="Frutiger for ZKB Light" panose="020B0303030504020204" pitchFamily="34" charset="0"/>
              </a:rPr>
            </a:br>
            <a:br>
              <a:rPr lang="de-CH" sz="1517" b="1" i="0" u="none" dirty="0">
                <a:solidFill>
                  <a:srgbClr val="FFFFFF"/>
                </a:solidFill>
                <a:latin typeface="Frutiger for ZKB Light" panose="020B0303030504020204" pitchFamily="34" charset="0"/>
              </a:rPr>
            </a:br>
            <a:r>
              <a:rPr lang="de-CH" sz="1517" b="1" i="0" u="none" dirty="0">
                <a:solidFill>
                  <a:srgbClr val="FFFFFF"/>
                </a:solidFill>
                <a:latin typeface="Frutiger for ZKB Light" panose="020B0303030504020204" pitchFamily="34" charset="0"/>
              </a:rPr>
              <a:t>Button: Bild Titelfolie</a:t>
            </a:r>
          </a:p>
        </p:txBody>
      </p:sp>
      <p:grpSp>
        <p:nvGrpSpPr>
          <p:cNvPr id="15" name="StempelA" hidden="1">
            <a:extLst>
              <a:ext uri="{FF2B5EF4-FFF2-40B4-BE49-F238E27FC236}">
                <a16:creationId xmlns:a16="http://schemas.microsoft.com/office/drawing/2014/main" id="{D45DCE91-4B51-CAEF-3B08-E0B079E6E462}"/>
              </a:ext>
            </a:extLst>
          </p:cNvPr>
          <p:cNvGrpSpPr/>
          <p:nvPr userDrawn="1"/>
        </p:nvGrpSpPr>
        <p:grpSpPr>
          <a:xfrm>
            <a:off x="11375960" y="6014647"/>
            <a:ext cx="526010" cy="277303"/>
            <a:chOff x="1270000" y="1270000"/>
            <a:chExt cx="554639" cy="292388"/>
          </a:xfrm>
        </p:grpSpPr>
        <p:sp>
          <p:nvSpPr>
            <p:cNvPr id="12" name="Textfeld 11" hidden="1">
              <a:extLst>
                <a:ext uri="{FF2B5EF4-FFF2-40B4-BE49-F238E27FC236}">
                  <a16:creationId xmlns:a16="http://schemas.microsoft.com/office/drawing/2014/main" id="{61BB873D-AA17-4BEA-EE14-5BAB2D51E1D3}"/>
                </a:ext>
              </a:extLst>
            </p:cNvPr>
            <p:cNvSpPr txBox="1"/>
            <p:nvPr userDrawn="1"/>
          </p:nvSpPr>
          <p:spPr>
            <a:xfrm>
              <a:off x="1270000" y="1270000"/>
              <a:ext cx="554639" cy="292388"/>
            </a:xfrm>
            <a:prstGeom prst="rect">
              <a:avLst/>
            </a:prstGeom>
            <a:noFill/>
            <a:ln cmpd="sng">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rgbClr val="FF0000"/>
                  </a:solidFill>
                  <a:prstDash val="solid"/>
                  <a:round/>
                  <a:headEnd type="none" w="med" len="med"/>
                  <a:tailEnd type="none" w="med" len="med"/>
                </a14:hiddenLine>
              </a:ext>
            </a:extLst>
          </p:spPr>
          <p:txBody>
            <a:bodyPr vert="horz" wrap="none" lIns="88900" tIns="38100" rIns="76200" bIns="38100" rtlCol="0" anchor="t" anchorCtr="0">
              <a:noAutofit/>
            </a:bodyPr>
            <a:lstStyle/>
            <a:p>
              <a:pPr marL="0" indent="-271005" algn="l" defTabSz="269555" rtl="0" eaLnBrk="1" fontAlgn="base" latinLnBrk="0" hangingPunct="1">
                <a:lnSpc>
                  <a:spcPct val="100000"/>
                </a:lnSpc>
                <a:spcBef>
                  <a:spcPts val="0"/>
                </a:spcBef>
                <a:spcAft>
                  <a:spcPts val="0"/>
                </a:spcAft>
                <a:buClr>
                  <a:srgbClr val="003CB4"/>
                </a:buClr>
                <a:buFont typeface="Frutiger for ZKB Light" panose="020B0303030504020204" pitchFamily="34" charset="0"/>
                <a:buNone/>
              </a:pPr>
              <a:r>
                <a:rPr lang="de-CH" sz="1328" b="0" i="0" u="none" dirty="0" err="1">
                  <a:solidFill>
                    <a:srgbClr val="003CB4"/>
                  </a:solidFill>
                  <a:latin typeface="Frutiger for ZKB Light" panose="020B0303030504020204" pitchFamily="34" charset="0"/>
                </a:rPr>
                <a:t>Draft</a:t>
              </a:r>
              <a:endParaRPr lang="de-CH" sz="1328" b="0" i="0" u="none" dirty="0">
                <a:solidFill>
                  <a:srgbClr val="003CB4"/>
                </a:solidFill>
                <a:latin typeface="Frutiger for ZKB Light" panose="020B0303030504020204" pitchFamily="34" charset="0"/>
              </a:endParaRPr>
            </a:p>
          </p:txBody>
        </p:sp>
        <p:cxnSp>
          <p:nvCxnSpPr>
            <p:cNvPr id="13" name="Gerader Verbinder 12" hidden="1">
              <a:extLst>
                <a:ext uri="{FF2B5EF4-FFF2-40B4-BE49-F238E27FC236}">
                  <a16:creationId xmlns:a16="http://schemas.microsoft.com/office/drawing/2014/main" id="{16BF8AA4-8278-0B95-C0B0-12B392F55CDC}"/>
                </a:ext>
              </a:extLst>
            </p:cNvPr>
            <p:cNvCxnSpPr/>
            <p:nvPr userDrawn="1"/>
          </p:nvCxnSpPr>
          <p:spPr>
            <a:xfrm>
              <a:off x="1270000" y="1270000"/>
              <a:ext cx="554639" cy="0"/>
            </a:xfrm>
            <a:prstGeom prst="line">
              <a:avLst/>
            </a:prstGeom>
            <a:ln w="6350" cap="flat" cmpd="sng" algn="ctr">
              <a:solidFill>
                <a:srgbClr val="003CB4"/>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Gerader Verbinder 13" hidden="1">
              <a:extLst>
                <a:ext uri="{FF2B5EF4-FFF2-40B4-BE49-F238E27FC236}">
                  <a16:creationId xmlns:a16="http://schemas.microsoft.com/office/drawing/2014/main" id="{844FC251-4BAA-4668-7D9D-87B05430ACE9}"/>
                </a:ext>
              </a:extLst>
            </p:cNvPr>
            <p:cNvCxnSpPr/>
            <p:nvPr userDrawn="1"/>
          </p:nvCxnSpPr>
          <p:spPr>
            <a:xfrm>
              <a:off x="1270000" y="1562388"/>
              <a:ext cx="554639" cy="0"/>
            </a:xfrm>
            <a:prstGeom prst="line">
              <a:avLst/>
            </a:prstGeom>
            <a:ln w="6350" cap="flat" cmpd="sng" algn="ctr">
              <a:solidFill>
                <a:srgbClr val="003CB4"/>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877484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0A4AE7-72D4-F30F-AB0F-4EA3B9EA6E62}"/>
              </a:ext>
            </a:extLst>
          </p:cNvPr>
          <p:cNvSpPr>
            <a:spLocks noGrp="1"/>
          </p:cNvSpPr>
          <p:nvPr>
            <p:ph type="title" hasCustomPrompt="1"/>
          </p:nvPr>
        </p:nvSpPr>
        <p:spPr>
          <a:xfrm>
            <a:off x="290030" y="272970"/>
            <a:ext cx="9656040" cy="818909"/>
          </a:xfrm>
          <a:prstGeom prst="rect">
            <a:avLst/>
          </a:prstGeom>
        </p:spPr>
        <p:txBody>
          <a:bodyPr wrap="square" lIns="0" tIns="0" rIns="0" bIns="0" anchor="t" anchorCtr="0">
            <a:noAutofit/>
          </a:bodyPr>
          <a:lstStyle>
            <a:lvl1pPr algn="l">
              <a:lnSpc>
                <a:spcPct val="95000"/>
              </a:lnSpc>
              <a:spcBef>
                <a:spcPts val="0"/>
              </a:spcBef>
              <a:spcAft>
                <a:spcPts val="0"/>
              </a:spcAft>
              <a:defRPr sz="2656" b="1">
                <a:solidFill>
                  <a:srgbClr val="003CB4"/>
                </a:solidFill>
                <a:latin typeface="Frutiger for ZKB Light" panose="020B0303030504020204" pitchFamily="34" charset="0"/>
              </a:defRPr>
            </a:lvl1pPr>
          </a:lstStyle>
          <a:p>
            <a:pPr>
              <a:defRPr sz="2200"/>
            </a:pPr>
            <a:r>
              <a:rPr lang="de-CH"/>
              <a:t>Agenda</a:t>
            </a:r>
            <a:endParaRPr lang="de-CH" dirty="0"/>
          </a:p>
        </p:txBody>
      </p:sp>
      <p:sp>
        <p:nvSpPr>
          <p:cNvPr id="3" name="Foliennummernplatzhalter 2">
            <a:extLst>
              <a:ext uri="{FF2B5EF4-FFF2-40B4-BE49-F238E27FC236}">
                <a16:creationId xmlns:a16="http://schemas.microsoft.com/office/drawing/2014/main" id="{3F2EFDAA-C170-A142-FCF2-9C9F638B9732}"/>
              </a:ext>
            </a:extLst>
          </p:cNvPr>
          <p:cNvSpPr>
            <a:spLocks noGrp="1"/>
          </p:cNvSpPr>
          <p:nvPr>
            <p:ph type="sldNum" sz="quarter" idx="10"/>
          </p:nvPr>
        </p:nvSpPr>
        <p:spPr>
          <a:xfrm>
            <a:off x="290031" y="6448909"/>
            <a:ext cx="290022" cy="180842"/>
          </a:xfrm>
          <a:prstGeom prst="rect">
            <a:avLst/>
          </a:prstGeom>
        </p:spPr>
        <p:txBody>
          <a:bodyPr wrap="none" lIns="0" tIns="0" rIns="0" bIns="0" anchor="ctr"/>
          <a:lstStyle>
            <a:lvl1pPr algn="l">
              <a:lnSpc>
                <a:spcPct val="100000"/>
              </a:lnSpc>
              <a:spcBef>
                <a:spcPts val="0"/>
              </a:spcBef>
              <a:spcAft>
                <a:spcPts val="0"/>
              </a:spcAft>
              <a:defRPr sz="1043" b="1">
                <a:solidFill>
                  <a:srgbClr val="003CB4"/>
                </a:solidFill>
                <a:latin typeface="Frutiger for ZKB Light" panose="020B0303030504020204" pitchFamily="34" charset="0"/>
              </a:defRPr>
            </a:lvl1pPr>
          </a:lstStyle>
          <a:p>
            <a:pPr>
              <a:defRPr sz="2200"/>
            </a:pPr>
            <a:fld id="{DF46F67B-DFC5-4D4D-B823-2A149AD963A3}" type="slidenum">
              <a:rPr lang="de-CH" smtClean="0"/>
              <a:pPr/>
              <a:t>‹#›</a:t>
            </a:fld>
            <a:endParaRPr lang="de-CH" dirty="0"/>
          </a:p>
        </p:txBody>
      </p:sp>
      <p:sp>
        <p:nvSpPr>
          <p:cNvPr id="4" name="Fußzeilenplatzhalter 3">
            <a:extLst>
              <a:ext uri="{FF2B5EF4-FFF2-40B4-BE49-F238E27FC236}">
                <a16:creationId xmlns:a16="http://schemas.microsoft.com/office/drawing/2014/main" id="{9DAE186C-2DB2-92A1-3D70-E6BA1B57DF59}"/>
              </a:ext>
            </a:extLst>
          </p:cNvPr>
          <p:cNvSpPr>
            <a:spLocks noGrp="1"/>
          </p:cNvSpPr>
          <p:nvPr>
            <p:ph type="ftr" sz="quarter" idx="11"/>
          </p:nvPr>
        </p:nvSpPr>
        <p:spPr>
          <a:xfrm>
            <a:off x="580052" y="6448909"/>
            <a:ext cx="9366017" cy="180842"/>
          </a:xfrm>
          <a:prstGeom prst="rect">
            <a:avLst/>
          </a:prstGeom>
        </p:spPr>
        <p:txBody>
          <a:bodyPr wrap="none" lIns="0" tIns="0" rIns="0" bIns="0" anchor="ctr"/>
          <a:lstStyle>
            <a:lvl1pPr algn="l">
              <a:lnSpc>
                <a:spcPct val="100000"/>
              </a:lnSpc>
              <a:spcBef>
                <a:spcPts val="0"/>
              </a:spcBef>
              <a:spcAft>
                <a:spcPts val="0"/>
              </a:spcAft>
              <a:defRPr sz="1043" b="1">
                <a:solidFill>
                  <a:srgbClr val="003CB4"/>
                </a:solidFill>
                <a:latin typeface="Frutiger for ZKB Light" panose="020B0303030504020204" pitchFamily="34" charset="0"/>
              </a:defRPr>
            </a:lvl1pPr>
          </a:lstStyle>
          <a:p>
            <a:pPr>
              <a:defRPr sz="2200"/>
            </a:pPr>
            <a:endParaRPr lang="de-CH" dirty="0"/>
          </a:p>
        </p:txBody>
      </p:sp>
      <p:sp>
        <p:nvSpPr>
          <p:cNvPr id="5" name="Textplatzhalter 4">
            <a:extLst>
              <a:ext uri="{FF2B5EF4-FFF2-40B4-BE49-F238E27FC236}">
                <a16:creationId xmlns:a16="http://schemas.microsoft.com/office/drawing/2014/main" id="{D98CF490-3399-447A-4FA8-C3B2DB430BEA}"/>
              </a:ext>
            </a:extLst>
          </p:cNvPr>
          <p:cNvSpPr>
            <a:spLocks noGrp="1"/>
          </p:cNvSpPr>
          <p:nvPr>
            <p:ph type="body" idx="12" hasCustomPrompt="1"/>
          </p:nvPr>
        </p:nvSpPr>
        <p:spPr>
          <a:xfrm>
            <a:off x="290030" y="1787951"/>
            <a:ext cx="9656040" cy="4503999"/>
          </a:xfrm>
          <a:prstGeom prst="rect">
            <a:avLst/>
          </a:prstGeom>
        </p:spPr>
        <p:txBody>
          <a:bodyPr wrap="square" lIns="0" tIns="0" rIns="0" bIns="0" anchor="t" anchorCtr="0">
            <a:noAutofit/>
          </a:bodyPr>
          <a:lstStyle>
            <a:lvl1pPr algn="l" defTabSz="269555">
              <a:lnSpc>
                <a:spcPct val="100000"/>
              </a:lnSpc>
              <a:spcBef>
                <a:spcPts val="0"/>
              </a:spcBef>
              <a:spcAft>
                <a:spcPts val="0"/>
              </a:spcAft>
              <a:defRPr sz="1897" b="0">
                <a:solidFill>
                  <a:srgbClr val="003CB4"/>
                </a:solidFill>
                <a:latin typeface="Frutiger for ZKB Light" panose="020B0303030504020204" pitchFamily="34" charset="0"/>
              </a:defRPr>
            </a:lvl1pPr>
            <a:lvl2pPr algn="l">
              <a:lnSpc>
                <a:spcPct val="100000"/>
              </a:lnSpc>
              <a:spcBef>
                <a:spcPts val="0"/>
              </a:spcBef>
              <a:spcAft>
                <a:spcPts val="0"/>
              </a:spcAft>
              <a:defRPr sz="1897" b="0">
                <a:solidFill>
                  <a:srgbClr val="003CB4"/>
                </a:solidFill>
                <a:latin typeface="Frutiger for ZKB Light" panose="020B0303030504020204" pitchFamily="34" charset="0"/>
              </a:defRPr>
            </a:lvl2pPr>
            <a:lvl3pPr algn="l">
              <a:lnSpc>
                <a:spcPct val="100000"/>
              </a:lnSpc>
              <a:spcBef>
                <a:spcPts val="0"/>
              </a:spcBef>
              <a:spcAft>
                <a:spcPts val="0"/>
              </a:spcAft>
              <a:defRPr sz="1897" b="0">
                <a:solidFill>
                  <a:srgbClr val="003CB4"/>
                </a:solidFill>
                <a:latin typeface="Frutiger for ZKB Light" panose="020B0303030504020204" pitchFamily="34" charset="0"/>
              </a:defRPr>
            </a:lvl3pPr>
            <a:lvl4pPr algn="l">
              <a:lnSpc>
                <a:spcPct val="100000"/>
              </a:lnSpc>
              <a:spcBef>
                <a:spcPts val="0"/>
              </a:spcBef>
              <a:spcAft>
                <a:spcPts val="0"/>
              </a:spcAft>
              <a:defRPr sz="1897" b="0">
                <a:solidFill>
                  <a:srgbClr val="003CB4"/>
                </a:solidFill>
                <a:latin typeface="Frutiger for ZKB Light" panose="020B0303030504020204" pitchFamily="34" charset="0"/>
              </a:defRPr>
            </a:lvl4pPr>
            <a:lvl5pPr algn="l">
              <a:lnSpc>
                <a:spcPct val="100000"/>
              </a:lnSpc>
              <a:spcBef>
                <a:spcPts val="0"/>
              </a:spcBef>
              <a:spcAft>
                <a:spcPts val="0"/>
              </a:spcAft>
              <a:defRPr sz="1897" b="0">
                <a:solidFill>
                  <a:srgbClr val="003CB4"/>
                </a:solidFill>
                <a:latin typeface="Frutiger for ZKB Light" panose="020B0303030504020204" pitchFamily="34" charset="0"/>
              </a:defRPr>
            </a:lvl5pPr>
          </a:lstStyle>
          <a:p>
            <a:pPr lvl="0">
              <a:defRPr sz="2200"/>
            </a:pPr>
            <a:r>
              <a:rPr lang="de-CH" dirty="0" err="1"/>
              <a:t>Agendapunkt</a:t>
            </a:r>
            <a:endParaRPr lang="de-CH" dirty="0"/>
          </a:p>
        </p:txBody>
      </p:sp>
    </p:spTree>
    <p:extLst>
      <p:ext uri="{BB962C8B-B14F-4D97-AF65-F5344CB8AC3E}">
        <p14:creationId xmlns:p14="http://schemas.microsoft.com/office/powerpoint/2010/main" val="5259924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2 Spalt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F4A75C-F916-4BBB-C762-C7B82E3D614D}"/>
              </a:ext>
            </a:extLst>
          </p:cNvPr>
          <p:cNvSpPr>
            <a:spLocks noGrp="1"/>
          </p:cNvSpPr>
          <p:nvPr>
            <p:ph type="title" hasCustomPrompt="1"/>
          </p:nvPr>
        </p:nvSpPr>
        <p:spPr>
          <a:xfrm>
            <a:off x="290030" y="272970"/>
            <a:ext cx="9656040" cy="818909"/>
          </a:xfrm>
          <a:prstGeom prst="rect">
            <a:avLst/>
          </a:prstGeom>
        </p:spPr>
        <p:txBody>
          <a:bodyPr wrap="square" lIns="0" tIns="0" rIns="0" bIns="0" anchor="t" anchorCtr="0">
            <a:noAutofit/>
          </a:bodyPr>
          <a:lstStyle>
            <a:lvl1pPr algn="l">
              <a:lnSpc>
                <a:spcPct val="95000"/>
              </a:lnSpc>
              <a:spcBef>
                <a:spcPts val="0"/>
              </a:spcBef>
              <a:spcAft>
                <a:spcPts val="0"/>
              </a:spcAft>
              <a:defRPr sz="2656" b="1">
                <a:solidFill>
                  <a:srgbClr val="003CB4"/>
                </a:solidFill>
                <a:latin typeface="Frutiger for ZKB Light" panose="020B0303030504020204" pitchFamily="34" charset="0"/>
              </a:defRPr>
            </a:lvl1pPr>
          </a:lstStyle>
          <a:p>
            <a:pPr>
              <a:defRPr sz="2200"/>
            </a:pPr>
            <a:r>
              <a:rPr lang="de-CH"/>
              <a:t>Titel (max. zweizeilig)</a:t>
            </a:r>
            <a:endParaRPr lang="de-CH" dirty="0"/>
          </a:p>
        </p:txBody>
      </p:sp>
      <p:sp>
        <p:nvSpPr>
          <p:cNvPr id="3" name="Foliennummernplatzhalter 2">
            <a:extLst>
              <a:ext uri="{FF2B5EF4-FFF2-40B4-BE49-F238E27FC236}">
                <a16:creationId xmlns:a16="http://schemas.microsoft.com/office/drawing/2014/main" id="{B35A555B-E14C-1089-F1E0-19263815DFFB}"/>
              </a:ext>
            </a:extLst>
          </p:cNvPr>
          <p:cNvSpPr>
            <a:spLocks noGrp="1"/>
          </p:cNvSpPr>
          <p:nvPr>
            <p:ph type="sldNum" sz="quarter" idx="10"/>
          </p:nvPr>
        </p:nvSpPr>
        <p:spPr>
          <a:xfrm>
            <a:off x="290031" y="6448909"/>
            <a:ext cx="290022" cy="180842"/>
          </a:xfrm>
          <a:prstGeom prst="rect">
            <a:avLst/>
          </a:prstGeom>
        </p:spPr>
        <p:txBody>
          <a:bodyPr wrap="none" lIns="0" tIns="0" rIns="0" bIns="0" anchor="ctr"/>
          <a:lstStyle>
            <a:lvl1pPr algn="l">
              <a:lnSpc>
                <a:spcPct val="100000"/>
              </a:lnSpc>
              <a:spcBef>
                <a:spcPts val="0"/>
              </a:spcBef>
              <a:spcAft>
                <a:spcPts val="0"/>
              </a:spcAft>
              <a:defRPr sz="1043" b="1">
                <a:solidFill>
                  <a:srgbClr val="003CB4"/>
                </a:solidFill>
                <a:latin typeface="Frutiger for ZKB Light" panose="020B0303030504020204" pitchFamily="34" charset="0"/>
              </a:defRPr>
            </a:lvl1pPr>
          </a:lstStyle>
          <a:p>
            <a:pPr>
              <a:defRPr sz="2200"/>
            </a:pPr>
            <a:fld id="{DF46F67B-DFC5-4D4D-B823-2A149AD963A3}" type="slidenum">
              <a:rPr lang="de-CH" smtClean="0"/>
              <a:pPr/>
              <a:t>‹#›</a:t>
            </a:fld>
            <a:endParaRPr lang="de-CH" dirty="0"/>
          </a:p>
        </p:txBody>
      </p:sp>
      <p:sp>
        <p:nvSpPr>
          <p:cNvPr id="4" name="Fußzeilenplatzhalter 3">
            <a:extLst>
              <a:ext uri="{FF2B5EF4-FFF2-40B4-BE49-F238E27FC236}">
                <a16:creationId xmlns:a16="http://schemas.microsoft.com/office/drawing/2014/main" id="{20BAC495-E2B9-11BA-4B37-AE93E7D2C83E}"/>
              </a:ext>
            </a:extLst>
          </p:cNvPr>
          <p:cNvSpPr>
            <a:spLocks noGrp="1"/>
          </p:cNvSpPr>
          <p:nvPr>
            <p:ph type="ftr" sz="quarter" idx="11"/>
          </p:nvPr>
        </p:nvSpPr>
        <p:spPr>
          <a:xfrm>
            <a:off x="580052" y="6448909"/>
            <a:ext cx="9366017" cy="180842"/>
          </a:xfrm>
          <a:prstGeom prst="rect">
            <a:avLst/>
          </a:prstGeom>
        </p:spPr>
        <p:txBody>
          <a:bodyPr wrap="none" lIns="0" tIns="0" rIns="0" bIns="0" anchor="ctr"/>
          <a:lstStyle>
            <a:lvl1pPr algn="l">
              <a:lnSpc>
                <a:spcPct val="100000"/>
              </a:lnSpc>
              <a:spcBef>
                <a:spcPts val="0"/>
              </a:spcBef>
              <a:spcAft>
                <a:spcPts val="0"/>
              </a:spcAft>
              <a:defRPr sz="1043" b="1">
                <a:solidFill>
                  <a:srgbClr val="003CB4"/>
                </a:solidFill>
                <a:latin typeface="Frutiger for ZKB Light" panose="020B0303030504020204" pitchFamily="34" charset="0"/>
              </a:defRPr>
            </a:lvl1pPr>
          </a:lstStyle>
          <a:p>
            <a:pPr>
              <a:defRPr sz="2200"/>
            </a:pPr>
            <a:endParaRPr lang="de-CH" dirty="0"/>
          </a:p>
        </p:txBody>
      </p:sp>
      <p:sp>
        <p:nvSpPr>
          <p:cNvPr id="5" name="Inhaltsplatzhalter 4">
            <a:extLst>
              <a:ext uri="{FF2B5EF4-FFF2-40B4-BE49-F238E27FC236}">
                <a16:creationId xmlns:a16="http://schemas.microsoft.com/office/drawing/2014/main" id="{7BA0856B-745A-C4FD-017F-283D91F7390D}"/>
              </a:ext>
            </a:extLst>
          </p:cNvPr>
          <p:cNvSpPr>
            <a:spLocks noGrp="1"/>
          </p:cNvSpPr>
          <p:nvPr>
            <p:ph idx="12" hasCustomPrompt="1"/>
          </p:nvPr>
        </p:nvSpPr>
        <p:spPr>
          <a:xfrm>
            <a:off x="290031" y="1787951"/>
            <a:ext cx="5669488" cy="4503999"/>
          </a:xfrm>
          <a:prstGeom prst="rect">
            <a:avLst/>
          </a:prstGeom>
        </p:spPr>
        <p:txBody>
          <a:bodyPr wrap="square" lIns="0" tIns="0" rIns="0" bIns="0" anchor="t" anchorCtr="0">
            <a:noAutofit/>
          </a:bodyPr>
          <a:lstStyle>
            <a:lvl1pPr algn="l" defTabSz="269555">
              <a:lnSpc>
                <a:spcPct val="100000"/>
              </a:lnSpc>
              <a:spcBef>
                <a:spcPts val="0"/>
              </a:spcBef>
              <a:spcAft>
                <a:spcPts val="0"/>
              </a:spcAft>
              <a:defRPr sz="1517" b="0">
                <a:solidFill>
                  <a:srgbClr val="003CB4"/>
                </a:solidFill>
                <a:latin typeface="Frutiger for ZKB Light" panose="020B0303030504020204" pitchFamily="34" charset="0"/>
              </a:defRPr>
            </a:lvl1pPr>
            <a:lvl2pPr algn="l">
              <a:lnSpc>
                <a:spcPct val="100000"/>
              </a:lnSpc>
              <a:spcBef>
                <a:spcPts val="0"/>
              </a:spcBef>
              <a:spcAft>
                <a:spcPts val="0"/>
              </a:spcAft>
              <a:defRPr sz="1517" b="0">
                <a:solidFill>
                  <a:srgbClr val="003CB4"/>
                </a:solidFill>
                <a:latin typeface="Frutiger for ZKB Light" panose="020B0303030504020204" pitchFamily="34" charset="0"/>
              </a:defRPr>
            </a:lvl2pPr>
            <a:lvl3pPr algn="l">
              <a:lnSpc>
                <a:spcPct val="100000"/>
              </a:lnSpc>
              <a:spcBef>
                <a:spcPts val="0"/>
              </a:spcBef>
              <a:spcAft>
                <a:spcPts val="0"/>
              </a:spcAft>
              <a:defRPr sz="1517" b="0">
                <a:solidFill>
                  <a:srgbClr val="003CB4"/>
                </a:solidFill>
                <a:latin typeface="Frutiger for ZKB Light" panose="020B0303030504020204" pitchFamily="34" charset="0"/>
              </a:defRPr>
            </a:lvl3pPr>
            <a:lvl4pPr algn="l">
              <a:lnSpc>
                <a:spcPct val="100000"/>
              </a:lnSpc>
              <a:spcBef>
                <a:spcPts val="0"/>
              </a:spcBef>
              <a:spcAft>
                <a:spcPts val="0"/>
              </a:spcAft>
              <a:defRPr sz="1517" b="0">
                <a:solidFill>
                  <a:srgbClr val="003CB4"/>
                </a:solidFill>
                <a:latin typeface="Frutiger for ZKB Light" panose="020B0303030504020204" pitchFamily="34" charset="0"/>
              </a:defRPr>
            </a:lvl4pPr>
            <a:lvl5pPr algn="l">
              <a:lnSpc>
                <a:spcPct val="100000"/>
              </a:lnSpc>
              <a:spcBef>
                <a:spcPts val="0"/>
              </a:spcBef>
              <a:spcAft>
                <a:spcPts val="0"/>
              </a:spcAft>
              <a:defRPr sz="1517" b="0">
                <a:solidFill>
                  <a:srgbClr val="003CB4"/>
                </a:solidFill>
                <a:latin typeface="Frutiger for ZKB Light" panose="020B0303030504020204" pitchFamily="34" charset="0"/>
              </a:defRPr>
            </a:lvl5pPr>
          </a:lstStyle>
          <a:p>
            <a:pPr lvl="0">
              <a:defRPr sz="2200"/>
            </a:pPr>
            <a:r>
              <a:rPr lang="de-CH" dirty="0"/>
              <a:t>Erste Ebene</a:t>
            </a:r>
          </a:p>
          <a:p>
            <a:pPr lvl="1">
              <a:defRPr sz="1800"/>
            </a:pPr>
            <a:r>
              <a:rPr lang="de-CH" dirty="0"/>
              <a:t>Zweite Ebene</a:t>
            </a:r>
          </a:p>
          <a:p>
            <a:pPr lvl="2">
              <a:defRPr sz="1600"/>
            </a:pPr>
            <a:r>
              <a:rPr lang="de-CH" dirty="0"/>
              <a:t>Dritte Ebene</a:t>
            </a:r>
          </a:p>
          <a:p>
            <a:pPr lvl="3">
              <a:defRPr sz="1600"/>
            </a:pPr>
            <a:r>
              <a:rPr lang="de-CH" dirty="0"/>
              <a:t>Vierte Ebene</a:t>
            </a:r>
          </a:p>
          <a:p>
            <a:pPr lvl="4">
              <a:defRPr sz="1600"/>
            </a:pPr>
            <a:r>
              <a:rPr lang="de-CH" dirty="0"/>
              <a:t>Fünfte Ebene</a:t>
            </a:r>
          </a:p>
        </p:txBody>
      </p:sp>
      <p:sp>
        <p:nvSpPr>
          <p:cNvPr id="6" name="Inhaltsplatzhalter 5">
            <a:extLst>
              <a:ext uri="{FF2B5EF4-FFF2-40B4-BE49-F238E27FC236}">
                <a16:creationId xmlns:a16="http://schemas.microsoft.com/office/drawing/2014/main" id="{22814876-CE70-86F0-D8E3-B9AB5CC2106B}"/>
              </a:ext>
            </a:extLst>
          </p:cNvPr>
          <p:cNvSpPr>
            <a:spLocks noGrp="1"/>
          </p:cNvSpPr>
          <p:nvPr>
            <p:ph sz="quarter" idx="13" hasCustomPrompt="1"/>
          </p:nvPr>
        </p:nvSpPr>
        <p:spPr>
          <a:xfrm>
            <a:off x="6232481" y="1787951"/>
            <a:ext cx="5669488" cy="4503999"/>
          </a:xfrm>
          <a:prstGeom prst="rect">
            <a:avLst/>
          </a:prstGeom>
        </p:spPr>
        <p:txBody>
          <a:bodyPr wrap="square" lIns="0" tIns="0" rIns="0" bIns="0" anchor="t" anchorCtr="0">
            <a:noAutofit/>
          </a:bodyPr>
          <a:lstStyle>
            <a:lvl1pPr algn="l" defTabSz="269555">
              <a:lnSpc>
                <a:spcPct val="100000"/>
              </a:lnSpc>
              <a:spcBef>
                <a:spcPts val="0"/>
              </a:spcBef>
              <a:spcAft>
                <a:spcPts val="0"/>
              </a:spcAft>
              <a:defRPr sz="1517" b="0">
                <a:solidFill>
                  <a:srgbClr val="003CB4"/>
                </a:solidFill>
                <a:latin typeface="Frutiger for ZKB Light" panose="020B0303030504020204" pitchFamily="34" charset="0"/>
              </a:defRPr>
            </a:lvl1pPr>
            <a:lvl2pPr algn="l">
              <a:lnSpc>
                <a:spcPct val="100000"/>
              </a:lnSpc>
              <a:spcBef>
                <a:spcPts val="0"/>
              </a:spcBef>
              <a:spcAft>
                <a:spcPts val="0"/>
              </a:spcAft>
              <a:defRPr sz="1517" b="0">
                <a:solidFill>
                  <a:srgbClr val="003CB4"/>
                </a:solidFill>
                <a:latin typeface="Frutiger for ZKB Light" panose="020B0303030504020204" pitchFamily="34" charset="0"/>
              </a:defRPr>
            </a:lvl2pPr>
            <a:lvl3pPr algn="l">
              <a:lnSpc>
                <a:spcPct val="100000"/>
              </a:lnSpc>
              <a:spcBef>
                <a:spcPts val="0"/>
              </a:spcBef>
              <a:spcAft>
                <a:spcPts val="0"/>
              </a:spcAft>
              <a:defRPr sz="1517" b="0">
                <a:solidFill>
                  <a:srgbClr val="003CB4"/>
                </a:solidFill>
                <a:latin typeface="Frutiger for ZKB Light" panose="020B0303030504020204" pitchFamily="34" charset="0"/>
              </a:defRPr>
            </a:lvl3pPr>
            <a:lvl4pPr algn="l">
              <a:lnSpc>
                <a:spcPct val="100000"/>
              </a:lnSpc>
              <a:spcBef>
                <a:spcPts val="0"/>
              </a:spcBef>
              <a:spcAft>
                <a:spcPts val="0"/>
              </a:spcAft>
              <a:defRPr sz="1517" b="0">
                <a:solidFill>
                  <a:srgbClr val="003CB4"/>
                </a:solidFill>
                <a:latin typeface="Frutiger for ZKB Light" panose="020B0303030504020204" pitchFamily="34" charset="0"/>
              </a:defRPr>
            </a:lvl4pPr>
            <a:lvl5pPr algn="l">
              <a:lnSpc>
                <a:spcPct val="100000"/>
              </a:lnSpc>
              <a:spcBef>
                <a:spcPts val="0"/>
              </a:spcBef>
              <a:spcAft>
                <a:spcPts val="0"/>
              </a:spcAft>
              <a:defRPr sz="1517" b="0">
                <a:solidFill>
                  <a:srgbClr val="003CB4"/>
                </a:solidFill>
                <a:latin typeface="Frutiger for ZKB Light" panose="020B0303030504020204" pitchFamily="34" charset="0"/>
              </a:defRPr>
            </a:lvl5pPr>
          </a:lstStyle>
          <a:p>
            <a:pPr lvl="0">
              <a:defRPr sz="2200"/>
            </a:pPr>
            <a:r>
              <a:rPr lang="de-CH" dirty="0"/>
              <a:t>Erste Ebene</a:t>
            </a:r>
          </a:p>
          <a:p>
            <a:pPr lvl="1">
              <a:defRPr sz="1800"/>
            </a:pPr>
            <a:r>
              <a:rPr lang="de-CH" dirty="0"/>
              <a:t>Zweite Ebene</a:t>
            </a:r>
          </a:p>
          <a:p>
            <a:pPr lvl="2">
              <a:defRPr sz="1600"/>
            </a:pPr>
            <a:r>
              <a:rPr lang="de-CH" dirty="0"/>
              <a:t>Dritte Ebene</a:t>
            </a:r>
          </a:p>
          <a:p>
            <a:pPr lvl="3">
              <a:defRPr sz="1600"/>
            </a:pPr>
            <a:r>
              <a:rPr lang="de-CH" dirty="0"/>
              <a:t>Vierte Ebene</a:t>
            </a:r>
          </a:p>
          <a:p>
            <a:pPr lvl="4">
              <a:defRPr sz="1600"/>
            </a:pPr>
            <a:r>
              <a:rPr lang="de-CH" dirty="0"/>
              <a:t>Fünfte Ebene</a:t>
            </a:r>
          </a:p>
        </p:txBody>
      </p:sp>
    </p:spTree>
    <p:extLst>
      <p:ext uri="{BB962C8B-B14F-4D97-AF65-F5344CB8AC3E}">
        <p14:creationId xmlns:p14="http://schemas.microsoft.com/office/powerpoint/2010/main" val="5016380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cSld name="2 Spalten mit Unter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32250C-4FC6-E157-1E58-C36235997FD9}"/>
              </a:ext>
            </a:extLst>
          </p:cNvPr>
          <p:cNvSpPr>
            <a:spLocks noGrp="1"/>
          </p:cNvSpPr>
          <p:nvPr>
            <p:ph type="title" hasCustomPrompt="1"/>
          </p:nvPr>
        </p:nvSpPr>
        <p:spPr>
          <a:xfrm>
            <a:off x="290030" y="272970"/>
            <a:ext cx="9656040" cy="818909"/>
          </a:xfrm>
          <a:prstGeom prst="rect">
            <a:avLst/>
          </a:prstGeom>
        </p:spPr>
        <p:txBody>
          <a:bodyPr wrap="square" lIns="0" tIns="0" rIns="0" bIns="0" anchor="t" anchorCtr="0">
            <a:noAutofit/>
          </a:bodyPr>
          <a:lstStyle>
            <a:lvl1pPr algn="l">
              <a:lnSpc>
                <a:spcPct val="95000"/>
              </a:lnSpc>
              <a:spcBef>
                <a:spcPts val="0"/>
              </a:spcBef>
              <a:spcAft>
                <a:spcPts val="0"/>
              </a:spcAft>
              <a:defRPr sz="2656" b="1">
                <a:solidFill>
                  <a:srgbClr val="003CB4"/>
                </a:solidFill>
                <a:latin typeface="Frutiger for ZKB Light" panose="020B0303030504020204" pitchFamily="34" charset="0"/>
              </a:defRPr>
            </a:lvl1pPr>
          </a:lstStyle>
          <a:p>
            <a:pPr>
              <a:defRPr sz="2200"/>
            </a:pPr>
            <a:r>
              <a:rPr lang="de-CH"/>
              <a:t>Titel (max. zweizeilig)</a:t>
            </a:r>
            <a:endParaRPr lang="de-CH" dirty="0"/>
          </a:p>
        </p:txBody>
      </p:sp>
      <p:sp>
        <p:nvSpPr>
          <p:cNvPr id="3" name="Foliennummernplatzhalter 2">
            <a:extLst>
              <a:ext uri="{FF2B5EF4-FFF2-40B4-BE49-F238E27FC236}">
                <a16:creationId xmlns:a16="http://schemas.microsoft.com/office/drawing/2014/main" id="{E8CAAB6A-0383-42BA-C3C6-3ACEB23AA4B2}"/>
              </a:ext>
            </a:extLst>
          </p:cNvPr>
          <p:cNvSpPr>
            <a:spLocks noGrp="1"/>
          </p:cNvSpPr>
          <p:nvPr>
            <p:ph type="sldNum" sz="quarter" idx="10"/>
          </p:nvPr>
        </p:nvSpPr>
        <p:spPr>
          <a:xfrm>
            <a:off x="290031" y="6448909"/>
            <a:ext cx="290022" cy="180842"/>
          </a:xfrm>
          <a:prstGeom prst="rect">
            <a:avLst/>
          </a:prstGeom>
        </p:spPr>
        <p:txBody>
          <a:bodyPr wrap="none" lIns="0" tIns="0" rIns="0" bIns="0" anchor="ctr"/>
          <a:lstStyle>
            <a:lvl1pPr algn="l">
              <a:lnSpc>
                <a:spcPct val="100000"/>
              </a:lnSpc>
              <a:spcBef>
                <a:spcPts val="0"/>
              </a:spcBef>
              <a:spcAft>
                <a:spcPts val="0"/>
              </a:spcAft>
              <a:defRPr sz="1043" b="1">
                <a:solidFill>
                  <a:srgbClr val="003CB4"/>
                </a:solidFill>
                <a:latin typeface="Frutiger for ZKB Light" panose="020B0303030504020204" pitchFamily="34" charset="0"/>
              </a:defRPr>
            </a:lvl1pPr>
          </a:lstStyle>
          <a:p>
            <a:pPr>
              <a:defRPr sz="2200"/>
            </a:pPr>
            <a:fld id="{DF46F67B-DFC5-4D4D-B823-2A149AD963A3}" type="slidenum">
              <a:rPr lang="de-CH" smtClean="0"/>
              <a:pPr/>
              <a:t>‹#›</a:t>
            </a:fld>
            <a:endParaRPr lang="de-CH" dirty="0"/>
          </a:p>
        </p:txBody>
      </p:sp>
      <p:sp>
        <p:nvSpPr>
          <p:cNvPr id="4" name="Fußzeilenplatzhalter 3">
            <a:extLst>
              <a:ext uri="{FF2B5EF4-FFF2-40B4-BE49-F238E27FC236}">
                <a16:creationId xmlns:a16="http://schemas.microsoft.com/office/drawing/2014/main" id="{DDF3EC20-05C3-76EB-FF1E-B5346B867479}"/>
              </a:ext>
            </a:extLst>
          </p:cNvPr>
          <p:cNvSpPr>
            <a:spLocks noGrp="1"/>
          </p:cNvSpPr>
          <p:nvPr>
            <p:ph type="ftr" sz="quarter" idx="11"/>
          </p:nvPr>
        </p:nvSpPr>
        <p:spPr>
          <a:xfrm>
            <a:off x="580052" y="6448909"/>
            <a:ext cx="9366017" cy="180842"/>
          </a:xfrm>
          <a:prstGeom prst="rect">
            <a:avLst/>
          </a:prstGeom>
        </p:spPr>
        <p:txBody>
          <a:bodyPr wrap="none" lIns="0" tIns="0" rIns="0" bIns="0" anchor="ctr"/>
          <a:lstStyle>
            <a:lvl1pPr algn="l">
              <a:lnSpc>
                <a:spcPct val="100000"/>
              </a:lnSpc>
              <a:spcBef>
                <a:spcPts val="0"/>
              </a:spcBef>
              <a:spcAft>
                <a:spcPts val="0"/>
              </a:spcAft>
              <a:defRPr sz="1043" b="1">
                <a:solidFill>
                  <a:srgbClr val="003CB4"/>
                </a:solidFill>
                <a:latin typeface="Frutiger for ZKB Light" panose="020B0303030504020204" pitchFamily="34" charset="0"/>
              </a:defRPr>
            </a:lvl1pPr>
          </a:lstStyle>
          <a:p>
            <a:pPr>
              <a:defRPr sz="2200"/>
            </a:pPr>
            <a:endParaRPr lang="de-CH" dirty="0"/>
          </a:p>
        </p:txBody>
      </p:sp>
      <p:sp>
        <p:nvSpPr>
          <p:cNvPr id="5" name="Inhaltsplatzhalter 4">
            <a:extLst>
              <a:ext uri="{FF2B5EF4-FFF2-40B4-BE49-F238E27FC236}">
                <a16:creationId xmlns:a16="http://schemas.microsoft.com/office/drawing/2014/main" id="{291030FD-48D8-BCF6-7B28-C54E16A06BE7}"/>
              </a:ext>
            </a:extLst>
          </p:cNvPr>
          <p:cNvSpPr>
            <a:spLocks noGrp="1"/>
          </p:cNvSpPr>
          <p:nvPr>
            <p:ph idx="12" hasCustomPrompt="1"/>
          </p:nvPr>
        </p:nvSpPr>
        <p:spPr>
          <a:xfrm>
            <a:off x="290031" y="2402133"/>
            <a:ext cx="5669488" cy="3889818"/>
          </a:xfrm>
          <a:prstGeom prst="rect">
            <a:avLst/>
          </a:prstGeom>
        </p:spPr>
        <p:txBody>
          <a:bodyPr wrap="square" lIns="0" tIns="0" rIns="0" bIns="0" anchor="t" anchorCtr="0">
            <a:noAutofit/>
          </a:bodyPr>
          <a:lstStyle>
            <a:lvl1pPr algn="l" defTabSz="269555">
              <a:lnSpc>
                <a:spcPct val="100000"/>
              </a:lnSpc>
              <a:spcBef>
                <a:spcPts val="0"/>
              </a:spcBef>
              <a:spcAft>
                <a:spcPts val="0"/>
              </a:spcAft>
              <a:defRPr sz="1517" b="0">
                <a:solidFill>
                  <a:srgbClr val="003CB4"/>
                </a:solidFill>
                <a:latin typeface="Frutiger for ZKB Light" panose="020B0303030504020204" pitchFamily="34" charset="0"/>
              </a:defRPr>
            </a:lvl1pPr>
            <a:lvl2pPr algn="l">
              <a:lnSpc>
                <a:spcPct val="100000"/>
              </a:lnSpc>
              <a:spcBef>
                <a:spcPts val="0"/>
              </a:spcBef>
              <a:spcAft>
                <a:spcPts val="0"/>
              </a:spcAft>
              <a:defRPr sz="1517" b="0">
                <a:solidFill>
                  <a:srgbClr val="003CB4"/>
                </a:solidFill>
                <a:latin typeface="Frutiger for ZKB Light" panose="020B0303030504020204" pitchFamily="34" charset="0"/>
              </a:defRPr>
            </a:lvl2pPr>
            <a:lvl3pPr algn="l">
              <a:lnSpc>
                <a:spcPct val="100000"/>
              </a:lnSpc>
              <a:spcBef>
                <a:spcPts val="0"/>
              </a:spcBef>
              <a:spcAft>
                <a:spcPts val="0"/>
              </a:spcAft>
              <a:defRPr sz="1517" b="0">
                <a:solidFill>
                  <a:srgbClr val="003CB4"/>
                </a:solidFill>
                <a:latin typeface="Frutiger for ZKB Light" panose="020B0303030504020204" pitchFamily="34" charset="0"/>
              </a:defRPr>
            </a:lvl3pPr>
            <a:lvl4pPr algn="l">
              <a:lnSpc>
                <a:spcPct val="100000"/>
              </a:lnSpc>
              <a:spcBef>
                <a:spcPts val="0"/>
              </a:spcBef>
              <a:spcAft>
                <a:spcPts val="0"/>
              </a:spcAft>
              <a:defRPr sz="1517" b="0">
                <a:solidFill>
                  <a:srgbClr val="003CB4"/>
                </a:solidFill>
                <a:latin typeface="Frutiger for ZKB Light" panose="020B0303030504020204" pitchFamily="34" charset="0"/>
              </a:defRPr>
            </a:lvl4pPr>
            <a:lvl5pPr algn="l">
              <a:lnSpc>
                <a:spcPct val="100000"/>
              </a:lnSpc>
              <a:spcBef>
                <a:spcPts val="0"/>
              </a:spcBef>
              <a:spcAft>
                <a:spcPts val="0"/>
              </a:spcAft>
              <a:defRPr sz="1517" b="0">
                <a:solidFill>
                  <a:srgbClr val="003CB4"/>
                </a:solidFill>
                <a:latin typeface="Frutiger for ZKB Light" panose="020B0303030504020204" pitchFamily="34" charset="0"/>
              </a:defRPr>
            </a:lvl5pPr>
          </a:lstStyle>
          <a:p>
            <a:pPr lvl="0">
              <a:defRPr sz="2200"/>
            </a:pPr>
            <a:r>
              <a:rPr lang="de-CH" dirty="0"/>
              <a:t>Erste Ebene</a:t>
            </a:r>
          </a:p>
          <a:p>
            <a:pPr lvl="1">
              <a:defRPr sz="1800"/>
            </a:pPr>
            <a:r>
              <a:rPr lang="de-CH" dirty="0"/>
              <a:t>Zweite Ebene</a:t>
            </a:r>
          </a:p>
          <a:p>
            <a:pPr lvl="2">
              <a:defRPr sz="1600"/>
            </a:pPr>
            <a:r>
              <a:rPr lang="de-CH" dirty="0"/>
              <a:t>Dritte Ebene</a:t>
            </a:r>
          </a:p>
          <a:p>
            <a:pPr lvl="3">
              <a:defRPr sz="1600"/>
            </a:pPr>
            <a:r>
              <a:rPr lang="de-CH" dirty="0"/>
              <a:t>Vierte Ebene</a:t>
            </a:r>
          </a:p>
          <a:p>
            <a:pPr lvl="4">
              <a:defRPr sz="1600"/>
            </a:pPr>
            <a:r>
              <a:rPr lang="de-CH" dirty="0"/>
              <a:t>Fünfte Ebene</a:t>
            </a:r>
          </a:p>
        </p:txBody>
      </p:sp>
      <p:sp>
        <p:nvSpPr>
          <p:cNvPr id="6" name="Inhaltsplatzhalter 5">
            <a:extLst>
              <a:ext uri="{FF2B5EF4-FFF2-40B4-BE49-F238E27FC236}">
                <a16:creationId xmlns:a16="http://schemas.microsoft.com/office/drawing/2014/main" id="{7168B6A3-25D0-3CE9-E422-F5B8A2971658}"/>
              </a:ext>
            </a:extLst>
          </p:cNvPr>
          <p:cNvSpPr>
            <a:spLocks noGrp="1"/>
          </p:cNvSpPr>
          <p:nvPr>
            <p:ph sz="quarter" idx="13" hasCustomPrompt="1"/>
          </p:nvPr>
        </p:nvSpPr>
        <p:spPr>
          <a:xfrm>
            <a:off x="6232481" y="2402133"/>
            <a:ext cx="5669488" cy="3889818"/>
          </a:xfrm>
          <a:prstGeom prst="rect">
            <a:avLst/>
          </a:prstGeom>
        </p:spPr>
        <p:txBody>
          <a:bodyPr wrap="square" lIns="0" tIns="0" rIns="0" bIns="0" anchor="t" anchorCtr="0">
            <a:noAutofit/>
          </a:bodyPr>
          <a:lstStyle>
            <a:lvl1pPr algn="l" defTabSz="269555">
              <a:lnSpc>
                <a:spcPct val="100000"/>
              </a:lnSpc>
              <a:spcBef>
                <a:spcPts val="0"/>
              </a:spcBef>
              <a:spcAft>
                <a:spcPts val="0"/>
              </a:spcAft>
              <a:defRPr sz="1517" b="0">
                <a:solidFill>
                  <a:srgbClr val="003CB4"/>
                </a:solidFill>
                <a:latin typeface="Frutiger for ZKB Light" panose="020B0303030504020204" pitchFamily="34" charset="0"/>
              </a:defRPr>
            </a:lvl1pPr>
            <a:lvl2pPr algn="l">
              <a:lnSpc>
                <a:spcPct val="100000"/>
              </a:lnSpc>
              <a:spcBef>
                <a:spcPts val="0"/>
              </a:spcBef>
              <a:spcAft>
                <a:spcPts val="0"/>
              </a:spcAft>
              <a:defRPr sz="1517" b="0">
                <a:solidFill>
                  <a:srgbClr val="003CB4"/>
                </a:solidFill>
                <a:latin typeface="Frutiger for ZKB Light" panose="020B0303030504020204" pitchFamily="34" charset="0"/>
              </a:defRPr>
            </a:lvl2pPr>
            <a:lvl3pPr algn="l">
              <a:lnSpc>
                <a:spcPct val="100000"/>
              </a:lnSpc>
              <a:spcBef>
                <a:spcPts val="0"/>
              </a:spcBef>
              <a:spcAft>
                <a:spcPts val="0"/>
              </a:spcAft>
              <a:defRPr sz="1517" b="0">
                <a:solidFill>
                  <a:srgbClr val="003CB4"/>
                </a:solidFill>
                <a:latin typeface="Frutiger for ZKB Light" panose="020B0303030504020204" pitchFamily="34" charset="0"/>
              </a:defRPr>
            </a:lvl3pPr>
            <a:lvl4pPr algn="l">
              <a:lnSpc>
                <a:spcPct val="100000"/>
              </a:lnSpc>
              <a:spcBef>
                <a:spcPts val="0"/>
              </a:spcBef>
              <a:spcAft>
                <a:spcPts val="0"/>
              </a:spcAft>
              <a:defRPr sz="1517" b="0">
                <a:solidFill>
                  <a:srgbClr val="003CB4"/>
                </a:solidFill>
                <a:latin typeface="Frutiger for ZKB Light" panose="020B0303030504020204" pitchFamily="34" charset="0"/>
              </a:defRPr>
            </a:lvl4pPr>
            <a:lvl5pPr algn="l">
              <a:lnSpc>
                <a:spcPct val="100000"/>
              </a:lnSpc>
              <a:spcBef>
                <a:spcPts val="0"/>
              </a:spcBef>
              <a:spcAft>
                <a:spcPts val="0"/>
              </a:spcAft>
              <a:defRPr sz="1517" b="0">
                <a:solidFill>
                  <a:srgbClr val="003CB4"/>
                </a:solidFill>
                <a:latin typeface="Frutiger for ZKB Light" panose="020B0303030504020204" pitchFamily="34" charset="0"/>
              </a:defRPr>
            </a:lvl5pPr>
          </a:lstStyle>
          <a:p>
            <a:pPr lvl="0">
              <a:defRPr sz="2200"/>
            </a:pPr>
            <a:r>
              <a:rPr lang="de-CH" dirty="0"/>
              <a:t>Erste Ebene</a:t>
            </a:r>
          </a:p>
          <a:p>
            <a:pPr lvl="1">
              <a:defRPr sz="1800"/>
            </a:pPr>
            <a:r>
              <a:rPr lang="de-CH" dirty="0"/>
              <a:t>Zweite Ebene</a:t>
            </a:r>
          </a:p>
          <a:p>
            <a:pPr lvl="2">
              <a:defRPr sz="1600"/>
            </a:pPr>
            <a:r>
              <a:rPr lang="de-CH" dirty="0"/>
              <a:t>Dritte Ebene</a:t>
            </a:r>
          </a:p>
          <a:p>
            <a:pPr lvl="3">
              <a:defRPr sz="1600"/>
            </a:pPr>
            <a:r>
              <a:rPr lang="de-CH" dirty="0"/>
              <a:t>Vierte Ebene</a:t>
            </a:r>
          </a:p>
          <a:p>
            <a:pPr lvl="4">
              <a:defRPr sz="1600"/>
            </a:pPr>
            <a:r>
              <a:rPr lang="de-CH" dirty="0"/>
              <a:t>Fünfte Ebene</a:t>
            </a:r>
          </a:p>
        </p:txBody>
      </p:sp>
      <p:sp>
        <p:nvSpPr>
          <p:cNvPr id="7" name="Textplatzhalter 6">
            <a:extLst>
              <a:ext uri="{FF2B5EF4-FFF2-40B4-BE49-F238E27FC236}">
                <a16:creationId xmlns:a16="http://schemas.microsoft.com/office/drawing/2014/main" id="{736221A3-5F93-2D83-D956-206FC829253D}"/>
              </a:ext>
            </a:extLst>
          </p:cNvPr>
          <p:cNvSpPr>
            <a:spLocks noGrp="1"/>
          </p:cNvSpPr>
          <p:nvPr>
            <p:ph type="body" sz="quarter" idx="14" hasCustomPrompt="1"/>
          </p:nvPr>
        </p:nvSpPr>
        <p:spPr>
          <a:xfrm>
            <a:off x="290031" y="1787950"/>
            <a:ext cx="5669488" cy="614182"/>
          </a:xfrm>
          <a:prstGeom prst="rect">
            <a:avLst/>
          </a:prstGeom>
        </p:spPr>
        <p:txBody>
          <a:bodyPr lIns="0" tIns="0" rIns="0" bIns="0"/>
          <a:lstStyle>
            <a:lvl1pPr algn="l">
              <a:lnSpc>
                <a:spcPct val="100000"/>
              </a:lnSpc>
              <a:spcBef>
                <a:spcPts val="0"/>
              </a:spcBef>
              <a:spcAft>
                <a:spcPts val="0"/>
              </a:spcAft>
              <a:defRPr sz="1897" b="1" i="0" u="none">
                <a:solidFill>
                  <a:srgbClr val="003CB4"/>
                </a:solidFill>
                <a:latin typeface="Frutiger for ZKB Light" panose="020B0303030504020204" pitchFamily="34" charset="0"/>
              </a:defRPr>
            </a:lvl1pPr>
          </a:lstStyle>
          <a:p>
            <a:pPr lvl="0">
              <a:defRPr sz="2200"/>
            </a:pPr>
            <a:r>
              <a:rPr lang="de-CH"/>
              <a:t>Untertitel</a:t>
            </a:r>
            <a:endParaRPr lang="de-CH" dirty="0"/>
          </a:p>
        </p:txBody>
      </p:sp>
      <p:sp>
        <p:nvSpPr>
          <p:cNvPr id="8" name="Textplatzhalter 7">
            <a:extLst>
              <a:ext uri="{FF2B5EF4-FFF2-40B4-BE49-F238E27FC236}">
                <a16:creationId xmlns:a16="http://schemas.microsoft.com/office/drawing/2014/main" id="{6C991335-357B-ACA8-4198-AD27EBDBF055}"/>
              </a:ext>
            </a:extLst>
          </p:cNvPr>
          <p:cNvSpPr>
            <a:spLocks noGrp="1"/>
          </p:cNvSpPr>
          <p:nvPr>
            <p:ph type="body" sz="quarter" idx="15" hasCustomPrompt="1"/>
          </p:nvPr>
        </p:nvSpPr>
        <p:spPr>
          <a:xfrm>
            <a:off x="6232481" y="1787950"/>
            <a:ext cx="5669488" cy="614182"/>
          </a:xfrm>
          <a:prstGeom prst="rect">
            <a:avLst/>
          </a:prstGeom>
        </p:spPr>
        <p:txBody>
          <a:bodyPr lIns="0" tIns="0" rIns="0" bIns="0"/>
          <a:lstStyle>
            <a:lvl1pPr algn="l">
              <a:lnSpc>
                <a:spcPct val="100000"/>
              </a:lnSpc>
              <a:spcBef>
                <a:spcPts val="0"/>
              </a:spcBef>
              <a:spcAft>
                <a:spcPts val="0"/>
              </a:spcAft>
              <a:defRPr sz="1897" b="1" i="0" u="none">
                <a:solidFill>
                  <a:srgbClr val="003CB4"/>
                </a:solidFill>
                <a:latin typeface="Frutiger for ZKB Light" panose="020B0303030504020204" pitchFamily="34" charset="0"/>
              </a:defRPr>
            </a:lvl1pPr>
          </a:lstStyle>
          <a:p>
            <a:pPr lvl="0">
              <a:defRPr sz="2200"/>
            </a:pPr>
            <a:r>
              <a:rPr lang="de-CH"/>
              <a:t>Untertitel</a:t>
            </a:r>
            <a:endParaRPr lang="de-CH" dirty="0"/>
          </a:p>
        </p:txBody>
      </p:sp>
    </p:spTree>
    <p:extLst>
      <p:ext uri="{BB962C8B-B14F-4D97-AF65-F5344CB8AC3E}">
        <p14:creationId xmlns:p14="http://schemas.microsoft.com/office/powerpoint/2010/main" val="18550020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5AFB7A-63F1-7031-A47A-ADF545E67E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CH"/>
          </a:p>
        </p:txBody>
      </p:sp>
      <p:sp>
        <p:nvSpPr>
          <p:cNvPr id="3" name="Text Placeholder 2">
            <a:extLst>
              <a:ext uri="{FF2B5EF4-FFF2-40B4-BE49-F238E27FC236}">
                <a16:creationId xmlns:a16="http://schemas.microsoft.com/office/drawing/2014/main" id="{5F703C50-70CC-F7C7-F4EF-687D96DEF8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20E14178-AE9D-BD0C-8A82-A4C42D722F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CDDCF47-76FA-4B38-9020-A0E57F41036A}" type="datetimeFigureOut">
              <a:rPr lang="de-CH" smtClean="0"/>
              <a:t>13.01.2026</a:t>
            </a:fld>
            <a:endParaRPr lang="de-CH"/>
          </a:p>
        </p:txBody>
      </p:sp>
      <p:sp>
        <p:nvSpPr>
          <p:cNvPr id="5" name="Footer Placeholder 4">
            <a:extLst>
              <a:ext uri="{FF2B5EF4-FFF2-40B4-BE49-F238E27FC236}">
                <a16:creationId xmlns:a16="http://schemas.microsoft.com/office/drawing/2014/main" id="{B20ACB1D-8930-30B2-9F21-5C742E24F0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CH"/>
          </a:p>
        </p:txBody>
      </p:sp>
      <p:sp>
        <p:nvSpPr>
          <p:cNvPr id="6" name="Slide Number Placeholder 5">
            <a:extLst>
              <a:ext uri="{FF2B5EF4-FFF2-40B4-BE49-F238E27FC236}">
                <a16:creationId xmlns:a16="http://schemas.microsoft.com/office/drawing/2014/main" id="{5D9F480D-A77D-EE8D-E026-FF0EC6FF07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2E0D3E-E818-438E-981B-E98523AC6CA8}" type="slidenum">
              <a:rPr lang="de-CH" smtClean="0"/>
              <a:t>‹#›</a:t>
            </a:fld>
            <a:endParaRPr lang="de-CH"/>
          </a:p>
        </p:txBody>
      </p:sp>
    </p:spTree>
    <p:extLst>
      <p:ext uri="{BB962C8B-B14F-4D97-AF65-F5344CB8AC3E}">
        <p14:creationId xmlns:p14="http://schemas.microsoft.com/office/powerpoint/2010/main" val="15039663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12.xml"/><Relationship Id="rId3" Type="http://schemas.openxmlformats.org/officeDocument/2006/relationships/notesSlide" Target="../notesSlides/notesSlide1.xml"/><Relationship Id="rId4" Type="http://schemas.openxmlformats.org/officeDocument/2006/relationships/image" Target="../media/image4.jpg"/><Relationship Id="rId5" Type="http://schemas.openxmlformats.org/officeDocument/2006/relationships/oleObject" Target="../embeddings/oleObject1.bin"/><Relationship Id="rId6" Type="http://schemas.openxmlformats.org/officeDocument/2006/relationships/image" Target="../media/image5.emf"/><Relationship Id="rId7" Type="http://schemas.openxmlformats.org/officeDocument/2006/relationships/image" Target="../media/image2.png"/><Relationship Id="rId8"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13.xml"/><Relationship Id="rId3" Type="http://schemas.openxmlformats.org/officeDocument/2006/relationships/notesSlide" Target="../notesSlides/notesSlide2.xml"/><Relationship Id="rId4" Type="http://schemas.openxmlformats.org/officeDocument/2006/relationships/oleObject" Target="../embeddings/oleObject2.bin"/><Relationship Id="rId5" Type="http://schemas.openxmlformats.org/officeDocument/2006/relationships/image" Target="../media/image5.emf"/></Relationships>
</file>

<file path=ppt/slides/_rels/slide3.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14.xml"/><Relationship Id="rId3" Type="http://schemas.openxmlformats.org/officeDocument/2006/relationships/notesSlide" Target="../notesSlides/notesSlide3.xml"/><Relationship Id="rId4" Type="http://schemas.openxmlformats.org/officeDocument/2006/relationships/oleObject" Target="../embeddings/oleObject3.bin"/><Relationship Id="rId5" Type="http://schemas.openxmlformats.org/officeDocument/2006/relationships/image" Target="../media/image6.emf"/><Relationship Id="rId6" Type="http://schemas.openxmlformats.org/officeDocument/2006/relationships/image" Target="../media/image7.jpeg"/></Relationships>
</file>

<file path=ppt/slides/_rels/slide4.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14.xml"/><Relationship Id="rId3" Type="http://schemas.openxmlformats.org/officeDocument/2006/relationships/notesSlide" Target="../notesSlides/notesSlide4.xml"/><Relationship Id="rId4" Type="http://schemas.openxmlformats.org/officeDocument/2006/relationships/oleObject" Target="../embeddings/oleObject4.bin"/><Relationship Id="rId5" Type="http://schemas.openxmlformats.org/officeDocument/2006/relationships/image" Target="../media/image6.emf"/><Relationship Id="rId6" Type="http://schemas.openxmlformats.org/officeDocument/2006/relationships/image" Target="../media/image8.jpeg"/></Relationships>
</file>

<file path=ppt/slides/_rels/slide5.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13.xml"/><Relationship Id="rId3" Type="http://schemas.openxmlformats.org/officeDocument/2006/relationships/notesSlide" Target="../notesSlides/notesSlide5.xml"/><Relationship Id="rId4" Type="http://schemas.openxmlformats.org/officeDocument/2006/relationships/oleObject" Target="../embeddings/oleObject5.bin"/><Relationship Id="rId5" Type="http://schemas.openxmlformats.org/officeDocument/2006/relationships/image" Target="../media/image5.emf"/></Relationships>
</file>

<file path=ppt/slides/_rels/slide6.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15.xml"/><Relationship Id="rId3" Type="http://schemas.openxmlformats.org/officeDocument/2006/relationships/notesSlide" Target="../notesSlides/notesSlide6.xml"/><Relationship Id="rId4" Type="http://schemas.openxmlformats.org/officeDocument/2006/relationships/oleObject" Target="../embeddings/oleObject6.bin"/><Relationship Id="rId5" Type="http://schemas.openxmlformats.org/officeDocument/2006/relationships/image" Target="../media/image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Hintergrundbild">
            <a:extLst>
              <a:ext uri="{FF2B5EF4-FFF2-40B4-BE49-F238E27FC236}">
                <a16:creationId xmlns:a16="http://schemas.microsoft.com/office/drawing/2014/main" id="{7305FDB7-3001-5328-1AB5-E6BD3065D2DA}"/>
              </a:ext>
            </a:extLst>
          </p:cNvPr>
          <p:cNvPicPr>
            <a:picLocks/>
          </p:cNvPicPr>
          <p:nvPr/>
        </p:nvPicPr>
        <p:blipFill>
          <a:blip r:embed="rId4" cstate="print">
            <a:extLst>
              <a:ext uri="{28A0092B-C50C-407E-A947-70E740481C1C}">
                <a14:useLocalDpi xmlns:a14="http://schemas.microsoft.com/office/drawing/2010/main" val="0"/>
              </a:ext>
            </a:extLst>
          </a:blip>
          <a:srcRect t="7762" b="7785"/>
          <a:stretch>
            <a:fillRect/>
          </a:stretch>
        </p:blipFill>
        <p:spPr>
          <a:xfrm>
            <a:off x="1" y="95"/>
            <a:ext cx="12192000" cy="6857812"/>
          </a:xfrm>
          <a:prstGeom prst="rect">
            <a:avLst/>
          </a:prstGeom>
        </p:spPr>
      </p:pic>
      <p:graphicFrame>
        <p:nvGraphicFramePr>
          <p:cNvPr id="20483" name="think-cell data - do not delete" hidden="1">
            <a:extLst>
              <a:ext uri="{FF2B5EF4-FFF2-40B4-BE49-F238E27FC236}">
                <a16:creationId xmlns:a16="http://schemas.microsoft.com/office/drawing/2014/main" id="{75BE8ADF-BE65-FB69-1A83-0D508E50DEE8}"/>
              </a:ext>
            </a:extLst>
          </p:cNvPr>
          <p:cNvGraphicFramePr>
            <a:graphicFrameLocks noChangeAspect="1"/>
          </p:cNvGraphicFramePr>
          <p:nvPr>
            <p:custDataLst>
              <p:tags r:id="rId1"/>
            </p:custDataLst>
          </p:nvPr>
        </p:nvGraphicFramePr>
        <p:xfrm>
          <a:off x="1507" y="1601"/>
          <a:ext cx="1505" cy="1505"/>
        </p:xfrm>
        <a:graphic>
          <a:graphicData uri="http://schemas.openxmlformats.org/presentationml/2006/ole">
            <mc:AlternateContent xmlns:mc="http://schemas.openxmlformats.org/markup-compatibility/2006">
              <mc:Choice xmlns:v="urn:schemas-microsoft-com:vml" Requires="v">
                <p:oleObj name="think-cell Folie" r:id="rId5" imgW="360" imgH="360" progId="TCLayout.ActiveDocument.1">
                  <p:embed/>
                </p:oleObj>
              </mc:Choice>
              <mc:Fallback>
                <p:oleObj name="think-cell Folie" r:id="rId5" imgW="360" imgH="360" progId="TCLayout.ActiveDocument.1">
                  <p:embed/>
                  <p:pic>
                    <p:nvPicPr>
                      <p:cNvPr id="20483" name="think-cell data - do not delete" hidden="1">
                        <a:extLst>
                          <a:ext uri="{FF2B5EF4-FFF2-40B4-BE49-F238E27FC236}">
                            <a16:creationId xmlns:a16="http://schemas.microsoft.com/office/drawing/2014/main" id="{75BE8ADF-BE65-FB69-1A83-0D508E50DE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07" y="1601"/>
                        <a:ext cx="1505" cy="1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4" name="Titel 5">
            <a:extLst>
              <a:ext uri="{FF2B5EF4-FFF2-40B4-BE49-F238E27FC236}">
                <a16:creationId xmlns:a16="http://schemas.microsoft.com/office/drawing/2014/main" id="{B445C47A-FCEA-1A4A-ADA0-3F83CC87920A}"/>
              </a:ext>
            </a:extLst>
          </p:cNvPr>
          <p:cNvSpPr>
            <a:spLocks noGrp="1" noChangeArrowheads="1"/>
          </p:cNvSpPr>
          <p:nvPr>
            <p:ph type="title"/>
          </p:nvPr>
        </p:nvSpPr>
        <p:spPr>
          <a:xfrm>
            <a:off x="290573" y="1788697"/>
            <a:ext cx="8617808" cy="4503121"/>
          </a:xfrm>
        </p:spPr>
        <p:txBody>
          <a:bodyPr/>
          <a:lstStyle/>
          <a:p>
            <a:pPr eaLnBrk="1" hangingPunct="1">
              <a:spcBef>
                <a:spcPct val="0"/>
              </a:spcBef>
              <a:spcAft>
                <a:spcPct val="0"/>
              </a:spcAft>
            </a:pPr>
            <a:r>
              <a:rPr lang="de-CH" altLang="de-DE" dirty="0">
                <a:solidFill>
                  <a:schemeClr val="bg1"/>
                </a:solidFill>
              </a:rPr>
              <a:t>Lorem ipsum </a:t>
            </a:r>
            <a:br>
              <a:rPr lang="de-CH" altLang="de-DE" dirty="0">
                <a:solidFill>
                  <a:schemeClr val="bg1"/>
                </a:solidFill>
              </a:rPr>
            </a:br>
            <a:r>
              <a:rPr lang="de-CH" altLang="de-DE" dirty="0">
                <a:solidFill>
                  <a:schemeClr val="bg1"/>
                </a:solidFill>
              </a:rPr>
              <a:t>dolor sit amet, consetetur</a:t>
            </a:r>
            <a:endParaRPr lang="de-CH" altLang="de-DE" dirty="0"/>
          </a:p>
        </p:txBody>
      </p:sp>
      <p:sp>
        <p:nvSpPr>
          <p:cNvPr id="20485" name="Untertitel 6">
            <a:extLst>
              <a:ext uri="{FF2B5EF4-FFF2-40B4-BE49-F238E27FC236}">
                <a16:creationId xmlns:a16="http://schemas.microsoft.com/office/drawing/2014/main" id="{8B1EA7C5-BD68-8318-40FF-81B6165A80AA}"/>
              </a:ext>
            </a:extLst>
          </p:cNvPr>
          <p:cNvSpPr>
            <a:spLocks noGrp="1" noChangeArrowheads="1"/>
          </p:cNvSpPr>
          <p:nvPr>
            <p:ph type="subTitle" idx="10"/>
          </p:nvPr>
        </p:nvSpPr>
        <p:spPr>
          <a:xfrm>
            <a:off x="290573" y="272601"/>
            <a:ext cx="8617808" cy="233361"/>
          </a:xfrm>
        </p:spPr>
        <p:txBody>
          <a:bodyPr/>
          <a:lstStyle/>
          <a:p>
            <a:pPr eaLnBrk="1" hangingPunct="1">
              <a:spcBef>
                <a:spcPct val="0"/>
              </a:spcBef>
              <a:spcAft>
                <a:spcPct val="0"/>
              </a:spcAft>
            </a:pPr>
            <a:r>
              <a:rPr lang="de-CH" altLang="de-DE" dirty="0">
                <a:cs typeface="Aharoni" panose="020F0502020204030204" pitchFamily="2" charset="-79"/>
              </a:rPr>
              <a:t>Titel</a:t>
            </a:r>
          </a:p>
        </p:txBody>
      </p:sp>
      <p:sp>
        <p:nvSpPr>
          <p:cNvPr id="20486" name="Textplatzhalter 7">
            <a:extLst>
              <a:ext uri="{FF2B5EF4-FFF2-40B4-BE49-F238E27FC236}">
                <a16:creationId xmlns:a16="http://schemas.microsoft.com/office/drawing/2014/main" id="{2603409C-202A-1936-173F-2F4CE9E1AE8C}"/>
              </a:ext>
            </a:extLst>
          </p:cNvPr>
          <p:cNvSpPr>
            <a:spLocks noGrp="1" noChangeArrowheads="1"/>
          </p:cNvSpPr>
          <p:nvPr>
            <p:ph type="body" sz="quarter" idx="11"/>
          </p:nvPr>
        </p:nvSpPr>
        <p:spPr>
          <a:xfrm>
            <a:off x="290573" y="525534"/>
            <a:ext cx="8617808" cy="233361"/>
          </a:xfrm>
        </p:spPr>
        <p:txBody>
          <a:bodyPr/>
          <a:lstStyle/>
          <a:p>
            <a:pPr eaLnBrk="1" hangingPunct="1">
              <a:spcBef>
                <a:spcPct val="0"/>
              </a:spcBef>
              <a:spcAft>
                <a:spcPct val="0"/>
              </a:spcAft>
            </a:pPr>
            <a:r>
              <a:rPr lang="de-CH" altLang="de-DE" dirty="0">
                <a:cs typeface="Aharoni" panose="020F0502020204030204" pitchFamily="2" charset="-79"/>
              </a:rPr>
              <a:t>H. Muster, xx. Monat Jahr</a:t>
            </a:r>
          </a:p>
        </p:txBody>
      </p:sp>
      <p:pic>
        <p:nvPicPr>
          <p:cNvPr id="9" name="ZKB_LOGO">
            <a:extLst>
              <a:ext uri="{FF2B5EF4-FFF2-40B4-BE49-F238E27FC236}">
                <a16:creationId xmlns:a16="http://schemas.microsoft.com/office/drawing/2014/main" id="{E27B430C-81FC-3BB4-040E-AF3BC826CDC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01478" y="296941"/>
            <a:ext cx="1900499" cy="443942"/>
          </a:xfrm>
          <a:prstGeom prst="rect">
            <a:avLst/>
          </a:prstGeom>
        </p:spPr>
      </p:pic>
    </p:spTree>
    <p:extLst>
      <p:ext uri="{BB962C8B-B14F-4D97-AF65-F5344CB8AC3E}">
        <p14:creationId xmlns:p14="http://schemas.microsoft.com/office/powerpoint/2010/main" val="1072291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54" name="think-cell data - do not delete" hidden="1">
            <a:extLst>
              <a:ext uri="{FF2B5EF4-FFF2-40B4-BE49-F238E27FC236}">
                <a16:creationId xmlns:a16="http://schemas.microsoft.com/office/drawing/2014/main" id="{D9CBFEC2-465A-CBB1-CEE9-27B4914FA6B5}"/>
              </a:ext>
            </a:extLst>
          </p:cNvPr>
          <p:cNvGraphicFramePr>
            <a:graphicFrameLocks noChangeAspect="1"/>
          </p:cNvGraphicFramePr>
          <p:nvPr>
            <p:custDataLst>
              <p:tags r:id="rId1"/>
            </p:custDataLst>
          </p:nvPr>
        </p:nvGraphicFramePr>
        <p:xfrm>
          <a:off x="1507" y="1601"/>
          <a:ext cx="1505" cy="1505"/>
        </p:xfrm>
        <a:graphic>
          <a:graphicData uri="http://schemas.openxmlformats.org/presentationml/2006/ole">
            <mc:AlternateContent xmlns:mc="http://schemas.openxmlformats.org/markup-compatibility/2006">
              <mc:Choice xmlns:v="urn:schemas-microsoft-com:vml" Requires="v">
                <p:oleObj name="think-cell Folie" r:id="rId4" imgW="360" imgH="360" progId="TCLayout.ActiveDocument.1">
                  <p:embed/>
                </p:oleObj>
              </mc:Choice>
              <mc:Fallback>
                <p:oleObj name="think-cell Folie" r:id="rId4" imgW="360" imgH="360" progId="TCLayout.ActiveDocument.1">
                  <p:embed/>
                  <p:pic>
                    <p:nvPicPr>
                      <p:cNvPr id="23554" name="think-cell data - do not delete" hidden="1">
                        <a:extLst>
                          <a:ext uri="{FF2B5EF4-FFF2-40B4-BE49-F238E27FC236}">
                            <a16:creationId xmlns:a16="http://schemas.microsoft.com/office/drawing/2014/main" id="{D9CBFEC2-465A-CBB1-CEE9-27B4914FA6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7" y="1601"/>
                        <a:ext cx="1505" cy="1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55" name="Titel 4">
            <a:extLst>
              <a:ext uri="{FF2B5EF4-FFF2-40B4-BE49-F238E27FC236}">
                <a16:creationId xmlns:a16="http://schemas.microsoft.com/office/drawing/2014/main" id="{635E399C-641F-3CFB-CE2A-8A0D4A019A32}"/>
              </a:ext>
            </a:extLst>
          </p:cNvPr>
          <p:cNvSpPr>
            <a:spLocks noGrp="1" noChangeArrowheads="1"/>
          </p:cNvSpPr>
          <p:nvPr>
            <p:ph type="title"/>
          </p:nvPr>
        </p:nvSpPr>
        <p:spPr>
          <a:xfrm>
            <a:off x="290574" y="272601"/>
            <a:ext cx="9655136" cy="819023"/>
          </a:xfrm>
        </p:spPr>
        <p:txBody>
          <a:bodyPr/>
          <a:lstStyle/>
          <a:p>
            <a:pPr eaLnBrk="1" hangingPunct="1">
              <a:spcBef>
                <a:spcPct val="0"/>
              </a:spcBef>
              <a:spcAft>
                <a:spcPct val="0"/>
              </a:spcAft>
            </a:pPr>
            <a:r>
              <a:rPr lang="de-CH" altLang="de-DE" dirty="0"/>
              <a:t>Agenda</a:t>
            </a:r>
          </a:p>
        </p:txBody>
      </p:sp>
      <p:sp>
        <p:nvSpPr>
          <p:cNvPr id="23556" name="Foliennummernplatzhalter 8">
            <a:extLst>
              <a:ext uri="{FF2B5EF4-FFF2-40B4-BE49-F238E27FC236}">
                <a16:creationId xmlns:a16="http://schemas.microsoft.com/office/drawing/2014/main" id="{569E5C78-DD4D-A2B3-71FC-13C13850DE53}"/>
              </a:ext>
            </a:extLst>
          </p:cNvPr>
          <p:cNvSpPr>
            <a:spLocks noGrp="1" noChangeArrowheads="1"/>
          </p:cNvSpPr>
          <p:nvPr>
            <p:ph type="sldNum" sz="quarter" idx="13"/>
          </p:nvPr>
        </p:nvSpPr>
        <p:spPr bwMode="auto">
          <a:xfrm>
            <a:off x="290031" y="6448826"/>
            <a:ext cx="290022" cy="18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rtlCol="0" anchor="ctr" anchorCtr="0" compatLnSpc="1">
            <a:prstTxWarp prst="textNoShape">
              <a:avLst/>
            </a:prstTxWarp>
          </a:bodyPr>
          <a:lstStyle>
            <a:defPPr>
              <a:defRPr lang="de-CH"/>
            </a:defPPr>
            <a:lvl1pPr algn="l" rtl="0" eaLnBrk="0" fontAlgn="base" hangingPunct="0">
              <a:lnSpc>
                <a:spcPct val="100000"/>
              </a:lnSpc>
              <a:spcBef>
                <a:spcPts val="0"/>
              </a:spcBef>
              <a:spcAft>
                <a:spcPts val="0"/>
              </a:spcAft>
              <a:defRPr sz="1043" b="1" kern="1200">
                <a:solidFill>
                  <a:srgbClr val="003CB4"/>
                </a:solidFill>
                <a:latin typeface="Frutiger for ZKB Light" panose="020B0303030504020204" pitchFamily="34" charset="0"/>
                <a:ea typeface="+mn-ea"/>
                <a:cs typeface="+mn-cs"/>
              </a:defRPr>
            </a:lvl1pPr>
            <a:lvl2pPr marL="1154784" indent="-721176" algn="l" rtl="0" eaLnBrk="0" fontAlgn="base" hangingPunct="0">
              <a:spcBef>
                <a:spcPct val="0"/>
              </a:spcBef>
              <a:spcAft>
                <a:spcPct val="0"/>
              </a:spcAft>
              <a:defRPr sz="5975" kern="1200">
                <a:solidFill>
                  <a:schemeClr val="tx1"/>
                </a:solidFill>
                <a:latin typeface="Frutiger for ZKB Light"/>
                <a:ea typeface="+mn-ea"/>
                <a:cs typeface="+mn-cs"/>
              </a:defRPr>
            </a:lvl2pPr>
            <a:lvl3pPr marL="2309567" indent="-1442350" algn="l" rtl="0" eaLnBrk="0" fontAlgn="base" hangingPunct="0">
              <a:spcBef>
                <a:spcPct val="0"/>
              </a:spcBef>
              <a:spcAft>
                <a:spcPct val="0"/>
              </a:spcAft>
              <a:defRPr sz="5975" kern="1200">
                <a:solidFill>
                  <a:schemeClr val="tx1"/>
                </a:solidFill>
                <a:latin typeface="Frutiger for ZKB Light"/>
                <a:ea typeface="+mn-ea"/>
                <a:cs typeface="+mn-cs"/>
              </a:defRPr>
            </a:lvl3pPr>
            <a:lvl4pPr marL="3464352" indent="-2163526" algn="l" rtl="0" eaLnBrk="0" fontAlgn="base" hangingPunct="0">
              <a:spcBef>
                <a:spcPct val="0"/>
              </a:spcBef>
              <a:spcAft>
                <a:spcPct val="0"/>
              </a:spcAft>
              <a:defRPr sz="5975" kern="1200">
                <a:solidFill>
                  <a:schemeClr val="tx1"/>
                </a:solidFill>
                <a:latin typeface="Frutiger for ZKB Light"/>
                <a:ea typeface="+mn-ea"/>
                <a:cs typeface="+mn-cs"/>
              </a:defRPr>
            </a:lvl4pPr>
            <a:lvl5pPr marL="4619135" indent="-2884701" algn="l" rtl="0" eaLnBrk="0" fontAlgn="base" hangingPunct="0">
              <a:spcBef>
                <a:spcPct val="0"/>
              </a:spcBef>
              <a:spcAft>
                <a:spcPct val="0"/>
              </a:spcAft>
              <a:defRPr sz="5975" kern="1200">
                <a:solidFill>
                  <a:schemeClr val="tx1"/>
                </a:solidFill>
                <a:latin typeface="Frutiger for ZKB Light"/>
                <a:ea typeface="+mn-ea"/>
                <a:cs typeface="+mn-cs"/>
              </a:defRPr>
            </a:lvl5pPr>
            <a:lvl6pPr marL="2168042" algn="l" defTabSz="867217" rtl="0" eaLnBrk="1" latinLnBrk="0" hangingPunct="1">
              <a:defRPr sz="5975" kern="1200">
                <a:solidFill>
                  <a:schemeClr val="tx1"/>
                </a:solidFill>
                <a:latin typeface="Frutiger for ZKB Light"/>
                <a:ea typeface="+mn-ea"/>
                <a:cs typeface="+mn-cs"/>
              </a:defRPr>
            </a:lvl6pPr>
            <a:lvl7pPr marL="2601651" algn="l" defTabSz="867217" rtl="0" eaLnBrk="1" latinLnBrk="0" hangingPunct="1">
              <a:defRPr sz="5975" kern="1200">
                <a:solidFill>
                  <a:schemeClr val="tx1"/>
                </a:solidFill>
                <a:latin typeface="Frutiger for ZKB Light"/>
                <a:ea typeface="+mn-ea"/>
                <a:cs typeface="+mn-cs"/>
              </a:defRPr>
            </a:lvl7pPr>
            <a:lvl8pPr marL="3035259" algn="l" defTabSz="867217" rtl="0" eaLnBrk="1" latinLnBrk="0" hangingPunct="1">
              <a:defRPr sz="5975" kern="1200">
                <a:solidFill>
                  <a:schemeClr val="tx1"/>
                </a:solidFill>
                <a:latin typeface="Frutiger for ZKB Light"/>
                <a:ea typeface="+mn-ea"/>
                <a:cs typeface="+mn-cs"/>
              </a:defRPr>
            </a:lvl8pPr>
            <a:lvl9pPr marL="3468868" algn="l" defTabSz="867217" rtl="0" eaLnBrk="1" latinLnBrk="0" hangingPunct="1">
              <a:defRPr sz="5975" kern="1200">
                <a:solidFill>
                  <a:schemeClr val="tx1"/>
                </a:solidFill>
                <a:latin typeface="Frutiger for ZKB Light"/>
                <a:ea typeface="+mn-ea"/>
                <a:cs typeface="+mn-cs"/>
              </a:defRPr>
            </a:lvl9pPr>
          </a:lstStyle>
          <a:p>
            <a:pPr>
              <a:spcBef>
                <a:spcPct val="0"/>
              </a:spcBef>
              <a:spcAft>
                <a:spcPct val="0"/>
              </a:spcAft>
              <a:defRPr/>
            </a:pPr>
            <a:fld id="{FCC427CC-9DD7-4DBC-B707-251EBA2222B9}" type="slidenum">
              <a:rPr lang="de-CH" smtClean="0"/>
              <a:pPr>
                <a:spcBef>
                  <a:spcPct val="0"/>
                </a:spcBef>
                <a:spcAft>
                  <a:spcPct val="0"/>
                </a:spcAft>
                <a:defRPr/>
              </a:pPr>
              <a:t>2</a:t>
            </a:fld>
            <a:endParaRPr lang="de-CH" altLang="de-DE" dirty="0"/>
          </a:p>
        </p:txBody>
      </p:sp>
      <p:sp>
        <p:nvSpPr>
          <p:cNvPr id="23557" name="Fußzeilenplatzhalter 7">
            <a:extLst>
              <a:ext uri="{FF2B5EF4-FFF2-40B4-BE49-F238E27FC236}">
                <a16:creationId xmlns:a16="http://schemas.microsoft.com/office/drawing/2014/main" id="{3367B64A-C840-69A1-B213-2DCFAD65C943}"/>
              </a:ext>
            </a:extLst>
          </p:cNvPr>
          <p:cNvSpPr>
            <a:spLocks noGrp="1" noChangeArrowheads="1"/>
          </p:cNvSpPr>
          <p:nvPr>
            <p:ph type="ftr" sz="quarter" idx="14"/>
          </p:nvPr>
        </p:nvSpPr>
        <p:spPr bwMode="auto">
          <a:xfrm>
            <a:off x="580053" y="6448826"/>
            <a:ext cx="9366017" cy="18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rtlCol="0" anchor="ctr" anchorCtr="0" compatLnSpc="1">
            <a:prstTxWarp prst="textNoShape">
              <a:avLst/>
            </a:prstTxWarp>
          </a:bodyPr>
          <a:lstStyle>
            <a:defPPr>
              <a:defRPr lang="de-CH"/>
            </a:defPPr>
            <a:lvl1pPr algn="l" rtl="0" eaLnBrk="0" fontAlgn="base" hangingPunct="0">
              <a:lnSpc>
                <a:spcPct val="100000"/>
              </a:lnSpc>
              <a:spcBef>
                <a:spcPts val="0"/>
              </a:spcBef>
              <a:spcAft>
                <a:spcPts val="0"/>
              </a:spcAft>
              <a:defRPr sz="1043" b="1" kern="1200">
                <a:solidFill>
                  <a:srgbClr val="003CB4"/>
                </a:solidFill>
                <a:latin typeface="Frutiger for ZKB Light" panose="020B0303030504020204" pitchFamily="34" charset="0"/>
                <a:ea typeface="+mn-ea"/>
                <a:cs typeface="+mn-cs"/>
              </a:defRPr>
            </a:lvl1pPr>
            <a:lvl2pPr marL="1154784" indent="-721176" algn="l" rtl="0" eaLnBrk="0" fontAlgn="base" hangingPunct="0">
              <a:spcBef>
                <a:spcPct val="0"/>
              </a:spcBef>
              <a:spcAft>
                <a:spcPct val="0"/>
              </a:spcAft>
              <a:defRPr sz="5975" kern="1200">
                <a:solidFill>
                  <a:schemeClr val="tx1"/>
                </a:solidFill>
                <a:latin typeface="Frutiger for ZKB Light"/>
                <a:ea typeface="+mn-ea"/>
                <a:cs typeface="+mn-cs"/>
              </a:defRPr>
            </a:lvl2pPr>
            <a:lvl3pPr marL="2309567" indent="-1442350" algn="l" rtl="0" eaLnBrk="0" fontAlgn="base" hangingPunct="0">
              <a:spcBef>
                <a:spcPct val="0"/>
              </a:spcBef>
              <a:spcAft>
                <a:spcPct val="0"/>
              </a:spcAft>
              <a:defRPr sz="5975" kern="1200">
                <a:solidFill>
                  <a:schemeClr val="tx1"/>
                </a:solidFill>
                <a:latin typeface="Frutiger for ZKB Light"/>
                <a:ea typeface="+mn-ea"/>
                <a:cs typeface="+mn-cs"/>
              </a:defRPr>
            </a:lvl3pPr>
            <a:lvl4pPr marL="3464352" indent="-2163526" algn="l" rtl="0" eaLnBrk="0" fontAlgn="base" hangingPunct="0">
              <a:spcBef>
                <a:spcPct val="0"/>
              </a:spcBef>
              <a:spcAft>
                <a:spcPct val="0"/>
              </a:spcAft>
              <a:defRPr sz="5975" kern="1200">
                <a:solidFill>
                  <a:schemeClr val="tx1"/>
                </a:solidFill>
                <a:latin typeface="Frutiger for ZKB Light"/>
                <a:ea typeface="+mn-ea"/>
                <a:cs typeface="+mn-cs"/>
              </a:defRPr>
            </a:lvl4pPr>
            <a:lvl5pPr marL="4619135" indent="-2884701" algn="l" rtl="0" eaLnBrk="0" fontAlgn="base" hangingPunct="0">
              <a:spcBef>
                <a:spcPct val="0"/>
              </a:spcBef>
              <a:spcAft>
                <a:spcPct val="0"/>
              </a:spcAft>
              <a:defRPr sz="5975" kern="1200">
                <a:solidFill>
                  <a:schemeClr val="tx1"/>
                </a:solidFill>
                <a:latin typeface="Frutiger for ZKB Light"/>
                <a:ea typeface="+mn-ea"/>
                <a:cs typeface="+mn-cs"/>
              </a:defRPr>
            </a:lvl5pPr>
            <a:lvl6pPr marL="2168042" algn="l" defTabSz="867217" rtl="0" eaLnBrk="1" latinLnBrk="0" hangingPunct="1">
              <a:defRPr sz="5975" kern="1200">
                <a:solidFill>
                  <a:schemeClr val="tx1"/>
                </a:solidFill>
                <a:latin typeface="Frutiger for ZKB Light"/>
                <a:ea typeface="+mn-ea"/>
                <a:cs typeface="+mn-cs"/>
              </a:defRPr>
            </a:lvl6pPr>
            <a:lvl7pPr marL="2601651" algn="l" defTabSz="867217" rtl="0" eaLnBrk="1" latinLnBrk="0" hangingPunct="1">
              <a:defRPr sz="5975" kern="1200">
                <a:solidFill>
                  <a:schemeClr val="tx1"/>
                </a:solidFill>
                <a:latin typeface="Frutiger for ZKB Light"/>
                <a:ea typeface="+mn-ea"/>
                <a:cs typeface="+mn-cs"/>
              </a:defRPr>
            </a:lvl7pPr>
            <a:lvl8pPr marL="3035259" algn="l" defTabSz="867217" rtl="0" eaLnBrk="1" latinLnBrk="0" hangingPunct="1">
              <a:defRPr sz="5975" kern="1200">
                <a:solidFill>
                  <a:schemeClr val="tx1"/>
                </a:solidFill>
                <a:latin typeface="Frutiger for ZKB Light"/>
                <a:ea typeface="+mn-ea"/>
                <a:cs typeface="+mn-cs"/>
              </a:defRPr>
            </a:lvl8pPr>
            <a:lvl9pPr marL="3468868" algn="l" defTabSz="867217" rtl="0" eaLnBrk="1" latinLnBrk="0" hangingPunct="1">
              <a:defRPr sz="5975" kern="1200">
                <a:solidFill>
                  <a:schemeClr val="tx1"/>
                </a:solidFill>
                <a:latin typeface="Frutiger for ZKB Light"/>
                <a:ea typeface="+mn-ea"/>
                <a:cs typeface="+mn-cs"/>
              </a:defRPr>
            </a:lvl9pPr>
          </a:lstStyle>
          <a:p>
            <a:pPr>
              <a:spcBef>
                <a:spcPct val="0"/>
              </a:spcBef>
              <a:spcAft>
                <a:spcPct val="0"/>
              </a:spcAft>
            </a:pPr>
            <a:r>
              <a:rPr lang="de-CH" dirty="0"/>
              <a:t>Lorem ipsum dolor sit amet, consetetur | xx. Monat Jahr</a:t>
            </a:r>
            <a:endParaRPr lang="de-CH" altLang="de-DE" dirty="0"/>
          </a:p>
        </p:txBody>
      </p:sp>
      <p:sp>
        <p:nvSpPr>
          <p:cNvPr id="6" name="Textplatzhalter 5">
            <a:extLst>
              <a:ext uri="{FF2B5EF4-FFF2-40B4-BE49-F238E27FC236}">
                <a16:creationId xmlns:a16="http://schemas.microsoft.com/office/drawing/2014/main" id="{0A653D7C-B7A7-B777-EC01-058194386328}"/>
              </a:ext>
            </a:extLst>
          </p:cNvPr>
          <p:cNvSpPr>
            <a:spLocks noGrp="1"/>
          </p:cNvSpPr>
          <p:nvPr>
            <p:ph type="body" idx="12"/>
          </p:nvPr>
        </p:nvSpPr>
        <p:spPr>
          <a:xfrm>
            <a:off x="290574" y="1788697"/>
            <a:ext cx="9655136" cy="4503121"/>
          </a:xfrm>
        </p:spPr>
        <p:txBody>
          <a:bodyPr rtlCol="0"/>
          <a:lstStyle/>
          <a:p>
            <a:pPr marL="341209" indent="-341209">
              <a:buFontTx/>
              <a:buAutoNum type="arabicPeriod"/>
              <a:defRPr/>
            </a:pPr>
            <a:r>
              <a:rPr lang="de-CH" dirty="0"/>
              <a:t>Lorem ipsum dolor </a:t>
            </a:r>
          </a:p>
          <a:p>
            <a:pPr marL="341209" indent="-341209">
              <a:buFontTx/>
              <a:buAutoNum type="arabicPeriod"/>
              <a:defRPr/>
            </a:pPr>
            <a:endParaRPr lang="de-CH" dirty="0"/>
          </a:p>
          <a:p>
            <a:pPr marL="341209" indent="-341209">
              <a:buFontTx/>
              <a:buAutoNum type="arabicPeriod"/>
              <a:defRPr/>
            </a:pPr>
            <a:r>
              <a:rPr lang="de-CH" dirty="0"/>
              <a:t>Lorem ipsum dolor</a:t>
            </a:r>
          </a:p>
          <a:p>
            <a:pPr marL="341209" indent="-341209">
              <a:buFontTx/>
              <a:buAutoNum type="arabicPeriod"/>
              <a:defRPr/>
            </a:pPr>
            <a:endParaRPr lang="de-CH" dirty="0"/>
          </a:p>
          <a:p>
            <a:pPr marL="341209" indent="-341209">
              <a:buFontTx/>
              <a:buAutoNum type="arabicPeriod"/>
              <a:defRPr/>
            </a:pPr>
            <a:r>
              <a:rPr lang="de-CH" dirty="0"/>
              <a:t>Lorem ipsum dolor </a:t>
            </a:r>
          </a:p>
          <a:p>
            <a:pPr marL="341209" indent="-341209">
              <a:buFontTx/>
              <a:buAutoNum type="arabicPeriod"/>
              <a:defRPr/>
            </a:pPr>
            <a:endParaRPr lang="de-CH" dirty="0"/>
          </a:p>
          <a:p>
            <a:pPr marL="341209" indent="-341209">
              <a:buFontTx/>
              <a:buAutoNum type="arabicPeriod"/>
              <a:defRPr/>
            </a:pPr>
            <a:r>
              <a:rPr lang="de-CH" dirty="0"/>
              <a:t>Lorem ipsum dolor</a:t>
            </a:r>
          </a:p>
          <a:p>
            <a:pPr marL="341209" indent="-341209">
              <a:defRPr/>
            </a:pPr>
            <a:endParaRPr lang="de-CH" dirty="0"/>
          </a:p>
          <a:p>
            <a:pPr eaLnBrk="1" fontAlgn="auto" hangingPunct="1">
              <a:defRPr/>
            </a:pPr>
            <a:endParaRPr lang="de-CH" dirty="0"/>
          </a:p>
        </p:txBody>
      </p:sp>
    </p:spTree>
    <p:extLst>
      <p:ext uri="{BB962C8B-B14F-4D97-AF65-F5344CB8AC3E}">
        <p14:creationId xmlns:p14="http://schemas.microsoft.com/office/powerpoint/2010/main" val="2573403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818" name="think-cell data - do not delete" hidden="1">
            <a:extLst>
              <a:ext uri="{FF2B5EF4-FFF2-40B4-BE49-F238E27FC236}">
                <a16:creationId xmlns:a16="http://schemas.microsoft.com/office/drawing/2014/main" id="{BDB3CADD-5114-8BC4-542A-1C49F54D8DE4}"/>
              </a:ext>
            </a:extLst>
          </p:cNvPr>
          <p:cNvGraphicFramePr>
            <a:graphicFrameLocks noChangeAspect="1"/>
          </p:cNvGraphicFramePr>
          <p:nvPr>
            <p:custDataLst>
              <p:tags r:id="rId1"/>
            </p:custDataLst>
          </p:nvPr>
        </p:nvGraphicFramePr>
        <p:xfrm>
          <a:off x="1507" y="1601"/>
          <a:ext cx="1505" cy="1505"/>
        </p:xfrm>
        <a:graphic>
          <a:graphicData uri="http://schemas.openxmlformats.org/presentationml/2006/ole">
            <mc:AlternateContent xmlns:mc="http://schemas.openxmlformats.org/markup-compatibility/2006">
              <mc:Choice xmlns:v="urn:schemas-microsoft-com:vml" Requires="v">
                <p:oleObj name="think-cell Folie" r:id="rId4" imgW="350" imgH="350" progId="TCLayout.ActiveDocument.1">
                  <p:embed/>
                </p:oleObj>
              </mc:Choice>
              <mc:Fallback>
                <p:oleObj name="think-cell Folie" r:id="rId4" imgW="350" imgH="350" progId="TCLayout.ActiveDocument.1">
                  <p:embed/>
                  <p:pic>
                    <p:nvPicPr>
                      <p:cNvPr id="34818" name="think-cell data - do not delete" hidden="1">
                        <a:extLst>
                          <a:ext uri="{FF2B5EF4-FFF2-40B4-BE49-F238E27FC236}">
                            <a16:creationId xmlns:a16="http://schemas.microsoft.com/office/drawing/2014/main" id="{BDB3CADD-5114-8BC4-542A-1C49F54D8D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7" y="1601"/>
                        <a:ext cx="1505" cy="1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el 1">
            <a:extLst>
              <a:ext uri="{FF2B5EF4-FFF2-40B4-BE49-F238E27FC236}">
                <a16:creationId xmlns:a16="http://schemas.microsoft.com/office/drawing/2014/main" id="{C2E1D5B5-6350-564F-3256-30EE7525F1D0}"/>
              </a:ext>
            </a:extLst>
          </p:cNvPr>
          <p:cNvSpPr>
            <a:spLocks noGrp="1"/>
          </p:cNvSpPr>
          <p:nvPr>
            <p:ph type="title"/>
          </p:nvPr>
        </p:nvSpPr>
        <p:spPr>
          <a:xfrm>
            <a:off x="290574" y="272601"/>
            <a:ext cx="9655136" cy="819023"/>
          </a:xfrm>
          <a:ln>
            <a:solidFill>
              <a:schemeClr val="bg1">
                <a:lumMod val="75000"/>
                <a:alpha val="0"/>
              </a:schemeClr>
            </a:solidFill>
          </a:ln>
        </p:spPr>
        <p:txBody>
          <a:bodyPr rtlCol="0"/>
          <a:lstStyle/>
          <a:p>
            <a:pPr defTabSz="16303">
              <a:defRPr/>
            </a:pPr>
            <a:r>
              <a:rPr lang="de-CH" dirty="0"/>
              <a:t>Text mit Bild links – 2 Spalten</a:t>
            </a:r>
          </a:p>
        </p:txBody>
      </p:sp>
      <p:sp>
        <p:nvSpPr>
          <p:cNvPr id="34820" name="Foliennummernplatzhalter 17">
            <a:extLst>
              <a:ext uri="{FF2B5EF4-FFF2-40B4-BE49-F238E27FC236}">
                <a16:creationId xmlns:a16="http://schemas.microsoft.com/office/drawing/2014/main" id="{374C8115-5A13-2DC9-BE21-E2C9D1763621}"/>
              </a:ext>
            </a:extLst>
          </p:cNvPr>
          <p:cNvSpPr>
            <a:spLocks noGrp="1" noChangeArrowheads="1"/>
          </p:cNvSpPr>
          <p:nvPr>
            <p:ph type="sldNum" sz="quarter" idx="14"/>
          </p:nvPr>
        </p:nvSpPr>
        <p:spPr bwMode="auto">
          <a:xfrm>
            <a:off x="290031" y="6448826"/>
            <a:ext cx="290022" cy="18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rtlCol="0" anchor="ctr" anchorCtr="0" compatLnSpc="1">
            <a:prstTxWarp prst="textNoShape">
              <a:avLst/>
            </a:prstTxWarp>
          </a:bodyPr>
          <a:lstStyle>
            <a:defPPr>
              <a:defRPr lang="de-CH"/>
            </a:defPPr>
            <a:lvl1pPr algn="l" rtl="0" eaLnBrk="0" fontAlgn="base" hangingPunct="0">
              <a:lnSpc>
                <a:spcPct val="100000"/>
              </a:lnSpc>
              <a:spcBef>
                <a:spcPts val="0"/>
              </a:spcBef>
              <a:spcAft>
                <a:spcPts val="0"/>
              </a:spcAft>
              <a:defRPr sz="1043" b="1" kern="1200">
                <a:solidFill>
                  <a:srgbClr val="003CB4"/>
                </a:solidFill>
                <a:latin typeface="Frutiger for ZKB Light" panose="020B0303030504020204" pitchFamily="34" charset="0"/>
                <a:ea typeface="+mn-ea"/>
                <a:cs typeface="+mn-cs"/>
              </a:defRPr>
            </a:lvl1pPr>
            <a:lvl2pPr marL="1154784" indent="-721176" algn="l" rtl="0" eaLnBrk="0" fontAlgn="base" hangingPunct="0">
              <a:spcBef>
                <a:spcPct val="0"/>
              </a:spcBef>
              <a:spcAft>
                <a:spcPct val="0"/>
              </a:spcAft>
              <a:defRPr sz="5975" kern="1200">
                <a:solidFill>
                  <a:schemeClr val="tx1"/>
                </a:solidFill>
                <a:latin typeface="Frutiger for ZKB Light"/>
                <a:ea typeface="+mn-ea"/>
                <a:cs typeface="+mn-cs"/>
              </a:defRPr>
            </a:lvl2pPr>
            <a:lvl3pPr marL="2309567" indent="-1442350" algn="l" rtl="0" eaLnBrk="0" fontAlgn="base" hangingPunct="0">
              <a:spcBef>
                <a:spcPct val="0"/>
              </a:spcBef>
              <a:spcAft>
                <a:spcPct val="0"/>
              </a:spcAft>
              <a:defRPr sz="5975" kern="1200">
                <a:solidFill>
                  <a:schemeClr val="tx1"/>
                </a:solidFill>
                <a:latin typeface="Frutiger for ZKB Light"/>
                <a:ea typeface="+mn-ea"/>
                <a:cs typeface="+mn-cs"/>
              </a:defRPr>
            </a:lvl3pPr>
            <a:lvl4pPr marL="3464352" indent="-2163526" algn="l" rtl="0" eaLnBrk="0" fontAlgn="base" hangingPunct="0">
              <a:spcBef>
                <a:spcPct val="0"/>
              </a:spcBef>
              <a:spcAft>
                <a:spcPct val="0"/>
              </a:spcAft>
              <a:defRPr sz="5975" kern="1200">
                <a:solidFill>
                  <a:schemeClr val="tx1"/>
                </a:solidFill>
                <a:latin typeface="Frutiger for ZKB Light"/>
                <a:ea typeface="+mn-ea"/>
                <a:cs typeface="+mn-cs"/>
              </a:defRPr>
            </a:lvl4pPr>
            <a:lvl5pPr marL="4619135" indent="-2884701" algn="l" rtl="0" eaLnBrk="0" fontAlgn="base" hangingPunct="0">
              <a:spcBef>
                <a:spcPct val="0"/>
              </a:spcBef>
              <a:spcAft>
                <a:spcPct val="0"/>
              </a:spcAft>
              <a:defRPr sz="5975" kern="1200">
                <a:solidFill>
                  <a:schemeClr val="tx1"/>
                </a:solidFill>
                <a:latin typeface="Frutiger for ZKB Light"/>
                <a:ea typeface="+mn-ea"/>
                <a:cs typeface="+mn-cs"/>
              </a:defRPr>
            </a:lvl5pPr>
            <a:lvl6pPr marL="2168042" algn="l" defTabSz="867217" rtl="0" eaLnBrk="1" latinLnBrk="0" hangingPunct="1">
              <a:defRPr sz="5975" kern="1200">
                <a:solidFill>
                  <a:schemeClr val="tx1"/>
                </a:solidFill>
                <a:latin typeface="Frutiger for ZKB Light"/>
                <a:ea typeface="+mn-ea"/>
                <a:cs typeface="+mn-cs"/>
              </a:defRPr>
            </a:lvl6pPr>
            <a:lvl7pPr marL="2601651" algn="l" defTabSz="867217" rtl="0" eaLnBrk="1" latinLnBrk="0" hangingPunct="1">
              <a:defRPr sz="5975" kern="1200">
                <a:solidFill>
                  <a:schemeClr val="tx1"/>
                </a:solidFill>
                <a:latin typeface="Frutiger for ZKB Light"/>
                <a:ea typeface="+mn-ea"/>
                <a:cs typeface="+mn-cs"/>
              </a:defRPr>
            </a:lvl7pPr>
            <a:lvl8pPr marL="3035259" algn="l" defTabSz="867217" rtl="0" eaLnBrk="1" latinLnBrk="0" hangingPunct="1">
              <a:defRPr sz="5975" kern="1200">
                <a:solidFill>
                  <a:schemeClr val="tx1"/>
                </a:solidFill>
                <a:latin typeface="Frutiger for ZKB Light"/>
                <a:ea typeface="+mn-ea"/>
                <a:cs typeface="+mn-cs"/>
              </a:defRPr>
            </a:lvl8pPr>
            <a:lvl9pPr marL="3468868" algn="l" defTabSz="867217" rtl="0" eaLnBrk="1" latinLnBrk="0" hangingPunct="1">
              <a:defRPr sz="5975" kern="1200">
                <a:solidFill>
                  <a:schemeClr val="tx1"/>
                </a:solidFill>
                <a:latin typeface="Frutiger for ZKB Light"/>
                <a:ea typeface="+mn-ea"/>
                <a:cs typeface="+mn-cs"/>
              </a:defRPr>
            </a:lvl9pPr>
          </a:lstStyle>
          <a:p>
            <a:pPr>
              <a:spcBef>
                <a:spcPct val="0"/>
              </a:spcBef>
              <a:spcAft>
                <a:spcPct val="0"/>
              </a:spcAft>
              <a:defRPr/>
            </a:pPr>
            <a:fld id="{E27750A0-D544-4C69-B9E8-50FBC5312155}" type="slidenum">
              <a:rPr lang="de-CH" smtClean="0"/>
              <a:pPr>
                <a:spcBef>
                  <a:spcPct val="0"/>
                </a:spcBef>
                <a:spcAft>
                  <a:spcPct val="0"/>
                </a:spcAft>
                <a:defRPr/>
              </a:pPr>
              <a:t>3</a:t>
            </a:fld>
            <a:endParaRPr lang="de-CH" altLang="de-DE" dirty="0"/>
          </a:p>
        </p:txBody>
      </p:sp>
      <p:sp>
        <p:nvSpPr>
          <p:cNvPr id="34821" name="Fußzeilenplatzhalter 16">
            <a:extLst>
              <a:ext uri="{FF2B5EF4-FFF2-40B4-BE49-F238E27FC236}">
                <a16:creationId xmlns:a16="http://schemas.microsoft.com/office/drawing/2014/main" id="{7B415FAF-F210-0367-38B8-378FC523AE8B}"/>
              </a:ext>
            </a:extLst>
          </p:cNvPr>
          <p:cNvSpPr>
            <a:spLocks noGrp="1" noChangeArrowheads="1"/>
          </p:cNvSpPr>
          <p:nvPr>
            <p:ph type="ftr" sz="quarter" idx="15"/>
          </p:nvPr>
        </p:nvSpPr>
        <p:spPr bwMode="auto">
          <a:xfrm>
            <a:off x="580053" y="6448826"/>
            <a:ext cx="9366017" cy="18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rtlCol="0" anchor="ctr" anchorCtr="0" compatLnSpc="1">
            <a:prstTxWarp prst="textNoShape">
              <a:avLst/>
            </a:prstTxWarp>
          </a:bodyPr>
          <a:lstStyle>
            <a:defPPr>
              <a:defRPr lang="de-CH"/>
            </a:defPPr>
            <a:lvl1pPr algn="l" rtl="0" eaLnBrk="0" fontAlgn="base" hangingPunct="0">
              <a:lnSpc>
                <a:spcPct val="100000"/>
              </a:lnSpc>
              <a:spcBef>
                <a:spcPts val="0"/>
              </a:spcBef>
              <a:spcAft>
                <a:spcPts val="0"/>
              </a:spcAft>
              <a:defRPr sz="1043" b="1" kern="1200">
                <a:solidFill>
                  <a:srgbClr val="003CB4"/>
                </a:solidFill>
                <a:latin typeface="Frutiger for ZKB Light" panose="020B0303030504020204" pitchFamily="34" charset="0"/>
                <a:ea typeface="+mn-ea"/>
                <a:cs typeface="+mn-cs"/>
              </a:defRPr>
            </a:lvl1pPr>
            <a:lvl2pPr marL="1154784" indent="-721176" algn="l" rtl="0" eaLnBrk="0" fontAlgn="base" hangingPunct="0">
              <a:spcBef>
                <a:spcPct val="0"/>
              </a:spcBef>
              <a:spcAft>
                <a:spcPct val="0"/>
              </a:spcAft>
              <a:defRPr sz="5975" kern="1200">
                <a:solidFill>
                  <a:schemeClr val="tx1"/>
                </a:solidFill>
                <a:latin typeface="Frutiger for ZKB Light"/>
                <a:ea typeface="+mn-ea"/>
                <a:cs typeface="+mn-cs"/>
              </a:defRPr>
            </a:lvl2pPr>
            <a:lvl3pPr marL="2309567" indent="-1442350" algn="l" rtl="0" eaLnBrk="0" fontAlgn="base" hangingPunct="0">
              <a:spcBef>
                <a:spcPct val="0"/>
              </a:spcBef>
              <a:spcAft>
                <a:spcPct val="0"/>
              </a:spcAft>
              <a:defRPr sz="5975" kern="1200">
                <a:solidFill>
                  <a:schemeClr val="tx1"/>
                </a:solidFill>
                <a:latin typeface="Frutiger for ZKB Light"/>
                <a:ea typeface="+mn-ea"/>
                <a:cs typeface="+mn-cs"/>
              </a:defRPr>
            </a:lvl3pPr>
            <a:lvl4pPr marL="3464352" indent="-2163526" algn="l" rtl="0" eaLnBrk="0" fontAlgn="base" hangingPunct="0">
              <a:spcBef>
                <a:spcPct val="0"/>
              </a:spcBef>
              <a:spcAft>
                <a:spcPct val="0"/>
              </a:spcAft>
              <a:defRPr sz="5975" kern="1200">
                <a:solidFill>
                  <a:schemeClr val="tx1"/>
                </a:solidFill>
                <a:latin typeface="Frutiger for ZKB Light"/>
                <a:ea typeface="+mn-ea"/>
                <a:cs typeface="+mn-cs"/>
              </a:defRPr>
            </a:lvl4pPr>
            <a:lvl5pPr marL="4619135" indent="-2884701" algn="l" rtl="0" eaLnBrk="0" fontAlgn="base" hangingPunct="0">
              <a:spcBef>
                <a:spcPct val="0"/>
              </a:spcBef>
              <a:spcAft>
                <a:spcPct val="0"/>
              </a:spcAft>
              <a:defRPr sz="5975" kern="1200">
                <a:solidFill>
                  <a:schemeClr val="tx1"/>
                </a:solidFill>
                <a:latin typeface="Frutiger for ZKB Light"/>
                <a:ea typeface="+mn-ea"/>
                <a:cs typeface="+mn-cs"/>
              </a:defRPr>
            </a:lvl5pPr>
            <a:lvl6pPr marL="2168042" algn="l" defTabSz="867217" rtl="0" eaLnBrk="1" latinLnBrk="0" hangingPunct="1">
              <a:defRPr sz="5975" kern="1200">
                <a:solidFill>
                  <a:schemeClr val="tx1"/>
                </a:solidFill>
                <a:latin typeface="Frutiger for ZKB Light"/>
                <a:ea typeface="+mn-ea"/>
                <a:cs typeface="+mn-cs"/>
              </a:defRPr>
            </a:lvl6pPr>
            <a:lvl7pPr marL="2601651" algn="l" defTabSz="867217" rtl="0" eaLnBrk="1" latinLnBrk="0" hangingPunct="1">
              <a:defRPr sz="5975" kern="1200">
                <a:solidFill>
                  <a:schemeClr val="tx1"/>
                </a:solidFill>
                <a:latin typeface="Frutiger for ZKB Light"/>
                <a:ea typeface="+mn-ea"/>
                <a:cs typeface="+mn-cs"/>
              </a:defRPr>
            </a:lvl7pPr>
            <a:lvl8pPr marL="3035259" algn="l" defTabSz="867217" rtl="0" eaLnBrk="1" latinLnBrk="0" hangingPunct="1">
              <a:defRPr sz="5975" kern="1200">
                <a:solidFill>
                  <a:schemeClr val="tx1"/>
                </a:solidFill>
                <a:latin typeface="Frutiger for ZKB Light"/>
                <a:ea typeface="+mn-ea"/>
                <a:cs typeface="+mn-cs"/>
              </a:defRPr>
            </a:lvl8pPr>
            <a:lvl9pPr marL="3468868" algn="l" defTabSz="867217" rtl="0" eaLnBrk="1" latinLnBrk="0" hangingPunct="1">
              <a:defRPr sz="5975" kern="1200">
                <a:solidFill>
                  <a:schemeClr val="tx1"/>
                </a:solidFill>
                <a:latin typeface="Frutiger for ZKB Light"/>
                <a:ea typeface="+mn-ea"/>
                <a:cs typeface="+mn-cs"/>
              </a:defRPr>
            </a:lvl9pPr>
          </a:lstStyle>
          <a:p>
            <a:pPr>
              <a:spcBef>
                <a:spcPct val="0"/>
              </a:spcBef>
              <a:spcAft>
                <a:spcPct val="0"/>
              </a:spcAft>
            </a:pPr>
            <a:r>
              <a:rPr lang="de-CH" dirty="0"/>
              <a:t>Lorem ipsum dolor sit amet, consetetur | xx. Monat Jahr</a:t>
            </a:r>
            <a:endParaRPr lang="de-CH" altLang="de-DE" dirty="0"/>
          </a:p>
        </p:txBody>
      </p:sp>
      <p:sp>
        <p:nvSpPr>
          <p:cNvPr id="34823" name="Inhaltsplatzhalter 21">
            <a:extLst>
              <a:ext uri="{FF2B5EF4-FFF2-40B4-BE49-F238E27FC236}">
                <a16:creationId xmlns:a16="http://schemas.microsoft.com/office/drawing/2014/main" id="{5C1EA259-1329-0588-D634-A37914FBD685}"/>
              </a:ext>
            </a:extLst>
          </p:cNvPr>
          <p:cNvSpPr>
            <a:spLocks noGrp="1" noChangeArrowheads="1"/>
          </p:cNvSpPr>
          <p:nvPr>
            <p:ph sz="quarter" idx="13"/>
          </p:nvPr>
        </p:nvSpPr>
        <p:spPr>
          <a:xfrm>
            <a:off x="6233006" y="1788697"/>
            <a:ext cx="5668422" cy="4503121"/>
          </a:xfrm>
        </p:spPr>
        <p:txBody>
          <a:bodyPr/>
          <a:lstStyle/>
          <a:p>
            <a:pPr defTabSz="269500">
              <a:spcBef>
                <a:spcPct val="0"/>
              </a:spcBef>
              <a:spcAft>
                <a:spcPct val="0"/>
              </a:spcAft>
            </a:pPr>
            <a:r>
              <a:rPr lang="de-CH" altLang="de-DE" sz="1897" b="1" dirty="0">
                <a:cs typeface="Aharoni" panose="020F0502020204030204" pitchFamily="2" charset="-79"/>
              </a:rPr>
              <a:t>Text durch Lorem ipsum</a:t>
            </a:r>
          </a:p>
          <a:p>
            <a:pPr defTabSz="269500">
              <a:spcBef>
                <a:spcPct val="0"/>
              </a:spcBef>
              <a:spcAft>
                <a:spcPct val="0"/>
              </a:spcAft>
            </a:pPr>
            <a:endParaRPr lang="de-CH" altLang="de-DE" b="1" dirty="0">
              <a:cs typeface="Aharoni" panose="020F0502020204030204" pitchFamily="2" charset="-79"/>
            </a:endParaRPr>
          </a:p>
          <a:p>
            <a:pPr defTabSz="269500">
              <a:spcBef>
                <a:spcPct val="0"/>
              </a:spcBef>
              <a:spcAft>
                <a:spcPct val="0"/>
              </a:spcAft>
            </a:pPr>
            <a:r>
              <a:rPr lang="de-CH" altLang="de-DE" dirty="0">
                <a:cs typeface="Aharoni" panose="020F0502020204030204" pitchFamily="2" charset="-79"/>
              </a:rPr>
              <a:t>Dolor sit amet, consetetur sadipscing elitr, sed diam nonumy eirmod tempor invidunt ut labore et dolore magna aliquyam erat, sed diam voluptua. At vero eos et accusam et justo duo dolores et ea rebum. Stet clita kasd gubergren, no sea takimata sanctus est Lorem ipsum dolor sit amet. Lorem ipsum dolor sit amet, consetetur sadipscing elitr, sed diam nonumy eirmod tempor invidunt ut labore et dolore magna aliquyam erat.</a:t>
            </a:r>
          </a:p>
          <a:p>
            <a:pPr defTabSz="269500">
              <a:spcBef>
                <a:spcPct val="0"/>
              </a:spcBef>
              <a:spcAft>
                <a:spcPct val="0"/>
              </a:spcAft>
            </a:pPr>
            <a:endParaRPr lang="de-CH" altLang="de-DE" dirty="0">
              <a:cs typeface="Aharoni" panose="020F0502020204030204" pitchFamily="2" charset="-79"/>
            </a:endParaRPr>
          </a:p>
        </p:txBody>
      </p:sp>
      <p:pic>
        <p:nvPicPr>
          <p:cNvPr id="34824" name="Inhaltsplatzhalter 4">
            <a:extLst>
              <a:ext uri="{FF2B5EF4-FFF2-40B4-BE49-F238E27FC236}">
                <a16:creationId xmlns:a16="http://schemas.microsoft.com/office/drawing/2014/main" id="{753D5C6E-AF1E-2BE3-C05C-659DE10302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0574" y="1788697"/>
            <a:ext cx="5668421" cy="450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9356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2" name="think-cell data - do not delete" hidden="1">
            <a:extLst>
              <a:ext uri="{FF2B5EF4-FFF2-40B4-BE49-F238E27FC236}">
                <a16:creationId xmlns:a16="http://schemas.microsoft.com/office/drawing/2014/main" id="{6B01AD2A-183B-02F7-C839-4CA11E825A73}"/>
              </a:ext>
            </a:extLst>
          </p:cNvPr>
          <p:cNvGraphicFramePr>
            <a:graphicFrameLocks noChangeAspect="1"/>
          </p:cNvGraphicFramePr>
          <p:nvPr>
            <p:custDataLst>
              <p:tags r:id="rId1"/>
            </p:custDataLst>
          </p:nvPr>
        </p:nvGraphicFramePr>
        <p:xfrm>
          <a:off x="1507" y="1601"/>
          <a:ext cx="1505" cy="1505"/>
        </p:xfrm>
        <a:graphic>
          <a:graphicData uri="http://schemas.openxmlformats.org/presentationml/2006/ole">
            <mc:AlternateContent xmlns:mc="http://schemas.openxmlformats.org/markup-compatibility/2006">
              <mc:Choice xmlns:v="urn:schemas-microsoft-com:vml" Requires="v">
                <p:oleObj name="think-cell Folie" r:id="rId4" imgW="350" imgH="350" progId="TCLayout.ActiveDocument.1">
                  <p:embed/>
                </p:oleObj>
              </mc:Choice>
              <mc:Fallback>
                <p:oleObj name="think-cell Folie" r:id="rId4" imgW="350" imgH="350" progId="TCLayout.ActiveDocument.1">
                  <p:embed/>
                  <p:pic>
                    <p:nvPicPr>
                      <p:cNvPr id="35842" name="think-cell data - do not delete" hidden="1">
                        <a:extLst>
                          <a:ext uri="{FF2B5EF4-FFF2-40B4-BE49-F238E27FC236}">
                            <a16:creationId xmlns:a16="http://schemas.microsoft.com/office/drawing/2014/main" id="{6B01AD2A-183B-02F7-C839-4CA11E825A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7" y="1601"/>
                        <a:ext cx="1505" cy="1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el 1">
            <a:extLst>
              <a:ext uri="{FF2B5EF4-FFF2-40B4-BE49-F238E27FC236}">
                <a16:creationId xmlns:a16="http://schemas.microsoft.com/office/drawing/2014/main" id="{D00C8E28-CA25-4B3E-F9DA-696D3CF46C96}"/>
              </a:ext>
            </a:extLst>
          </p:cNvPr>
          <p:cNvSpPr>
            <a:spLocks noGrp="1"/>
          </p:cNvSpPr>
          <p:nvPr>
            <p:ph type="title"/>
          </p:nvPr>
        </p:nvSpPr>
        <p:spPr>
          <a:xfrm>
            <a:off x="290574" y="272601"/>
            <a:ext cx="9655136" cy="819023"/>
          </a:xfrm>
          <a:ln>
            <a:solidFill>
              <a:schemeClr val="bg1">
                <a:lumMod val="75000"/>
                <a:alpha val="0"/>
              </a:schemeClr>
            </a:solidFill>
          </a:ln>
        </p:spPr>
        <p:txBody>
          <a:bodyPr rtlCol="0"/>
          <a:lstStyle/>
          <a:p>
            <a:pPr defTabSz="16303">
              <a:defRPr/>
            </a:pPr>
            <a:r>
              <a:rPr lang="de-CH" dirty="0"/>
              <a:t>Text mit Bild rechts – 2 Spalten</a:t>
            </a:r>
          </a:p>
        </p:txBody>
      </p:sp>
      <p:sp>
        <p:nvSpPr>
          <p:cNvPr id="35844" name="Foliennummernplatzhalter 26">
            <a:extLst>
              <a:ext uri="{FF2B5EF4-FFF2-40B4-BE49-F238E27FC236}">
                <a16:creationId xmlns:a16="http://schemas.microsoft.com/office/drawing/2014/main" id="{0784ED3D-BE02-EED6-9B94-E9D53C479ADD}"/>
              </a:ext>
            </a:extLst>
          </p:cNvPr>
          <p:cNvSpPr>
            <a:spLocks noGrp="1" noChangeArrowheads="1"/>
          </p:cNvSpPr>
          <p:nvPr>
            <p:ph type="sldNum" sz="quarter" idx="14"/>
          </p:nvPr>
        </p:nvSpPr>
        <p:spPr bwMode="auto">
          <a:xfrm>
            <a:off x="290031" y="6448826"/>
            <a:ext cx="290022" cy="18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rtlCol="0" anchor="ctr" anchorCtr="0" compatLnSpc="1">
            <a:prstTxWarp prst="textNoShape">
              <a:avLst/>
            </a:prstTxWarp>
          </a:bodyPr>
          <a:lstStyle>
            <a:defPPr>
              <a:defRPr lang="de-CH"/>
            </a:defPPr>
            <a:lvl1pPr algn="l" rtl="0" eaLnBrk="0" fontAlgn="base" hangingPunct="0">
              <a:lnSpc>
                <a:spcPct val="100000"/>
              </a:lnSpc>
              <a:spcBef>
                <a:spcPts val="0"/>
              </a:spcBef>
              <a:spcAft>
                <a:spcPts val="0"/>
              </a:spcAft>
              <a:defRPr sz="1043" b="1" kern="1200">
                <a:solidFill>
                  <a:srgbClr val="003CB4"/>
                </a:solidFill>
                <a:latin typeface="Frutiger for ZKB Light" panose="020B0303030504020204" pitchFamily="34" charset="0"/>
                <a:ea typeface="+mn-ea"/>
                <a:cs typeface="+mn-cs"/>
              </a:defRPr>
            </a:lvl1pPr>
            <a:lvl2pPr marL="1154784" indent="-721176" algn="l" rtl="0" eaLnBrk="0" fontAlgn="base" hangingPunct="0">
              <a:spcBef>
                <a:spcPct val="0"/>
              </a:spcBef>
              <a:spcAft>
                <a:spcPct val="0"/>
              </a:spcAft>
              <a:defRPr sz="5975" kern="1200">
                <a:solidFill>
                  <a:schemeClr val="tx1"/>
                </a:solidFill>
                <a:latin typeface="Frutiger for ZKB Light"/>
                <a:ea typeface="+mn-ea"/>
                <a:cs typeface="+mn-cs"/>
              </a:defRPr>
            </a:lvl2pPr>
            <a:lvl3pPr marL="2309567" indent="-1442350" algn="l" rtl="0" eaLnBrk="0" fontAlgn="base" hangingPunct="0">
              <a:spcBef>
                <a:spcPct val="0"/>
              </a:spcBef>
              <a:spcAft>
                <a:spcPct val="0"/>
              </a:spcAft>
              <a:defRPr sz="5975" kern="1200">
                <a:solidFill>
                  <a:schemeClr val="tx1"/>
                </a:solidFill>
                <a:latin typeface="Frutiger for ZKB Light"/>
                <a:ea typeface="+mn-ea"/>
                <a:cs typeface="+mn-cs"/>
              </a:defRPr>
            </a:lvl3pPr>
            <a:lvl4pPr marL="3464352" indent="-2163526" algn="l" rtl="0" eaLnBrk="0" fontAlgn="base" hangingPunct="0">
              <a:spcBef>
                <a:spcPct val="0"/>
              </a:spcBef>
              <a:spcAft>
                <a:spcPct val="0"/>
              </a:spcAft>
              <a:defRPr sz="5975" kern="1200">
                <a:solidFill>
                  <a:schemeClr val="tx1"/>
                </a:solidFill>
                <a:latin typeface="Frutiger for ZKB Light"/>
                <a:ea typeface="+mn-ea"/>
                <a:cs typeface="+mn-cs"/>
              </a:defRPr>
            </a:lvl4pPr>
            <a:lvl5pPr marL="4619135" indent="-2884701" algn="l" rtl="0" eaLnBrk="0" fontAlgn="base" hangingPunct="0">
              <a:spcBef>
                <a:spcPct val="0"/>
              </a:spcBef>
              <a:spcAft>
                <a:spcPct val="0"/>
              </a:spcAft>
              <a:defRPr sz="5975" kern="1200">
                <a:solidFill>
                  <a:schemeClr val="tx1"/>
                </a:solidFill>
                <a:latin typeface="Frutiger for ZKB Light"/>
                <a:ea typeface="+mn-ea"/>
                <a:cs typeface="+mn-cs"/>
              </a:defRPr>
            </a:lvl5pPr>
            <a:lvl6pPr marL="2168042" algn="l" defTabSz="867217" rtl="0" eaLnBrk="1" latinLnBrk="0" hangingPunct="1">
              <a:defRPr sz="5975" kern="1200">
                <a:solidFill>
                  <a:schemeClr val="tx1"/>
                </a:solidFill>
                <a:latin typeface="Frutiger for ZKB Light"/>
                <a:ea typeface="+mn-ea"/>
                <a:cs typeface="+mn-cs"/>
              </a:defRPr>
            </a:lvl6pPr>
            <a:lvl7pPr marL="2601651" algn="l" defTabSz="867217" rtl="0" eaLnBrk="1" latinLnBrk="0" hangingPunct="1">
              <a:defRPr sz="5975" kern="1200">
                <a:solidFill>
                  <a:schemeClr val="tx1"/>
                </a:solidFill>
                <a:latin typeface="Frutiger for ZKB Light"/>
                <a:ea typeface="+mn-ea"/>
                <a:cs typeface="+mn-cs"/>
              </a:defRPr>
            </a:lvl7pPr>
            <a:lvl8pPr marL="3035259" algn="l" defTabSz="867217" rtl="0" eaLnBrk="1" latinLnBrk="0" hangingPunct="1">
              <a:defRPr sz="5975" kern="1200">
                <a:solidFill>
                  <a:schemeClr val="tx1"/>
                </a:solidFill>
                <a:latin typeface="Frutiger for ZKB Light"/>
                <a:ea typeface="+mn-ea"/>
                <a:cs typeface="+mn-cs"/>
              </a:defRPr>
            </a:lvl8pPr>
            <a:lvl9pPr marL="3468868" algn="l" defTabSz="867217" rtl="0" eaLnBrk="1" latinLnBrk="0" hangingPunct="1">
              <a:defRPr sz="5975" kern="1200">
                <a:solidFill>
                  <a:schemeClr val="tx1"/>
                </a:solidFill>
                <a:latin typeface="Frutiger for ZKB Light"/>
                <a:ea typeface="+mn-ea"/>
                <a:cs typeface="+mn-cs"/>
              </a:defRPr>
            </a:lvl9pPr>
          </a:lstStyle>
          <a:p>
            <a:pPr>
              <a:spcBef>
                <a:spcPct val="0"/>
              </a:spcBef>
              <a:spcAft>
                <a:spcPct val="0"/>
              </a:spcAft>
              <a:defRPr/>
            </a:pPr>
            <a:fld id="{E27750A0-D544-4C69-B9E8-50FBC5312155}" type="slidenum">
              <a:rPr lang="de-CH" smtClean="0"/>
              <a:pPr>
                <a:spcBef>
                  <a:spcPct val="0"/>
                </a:spcBef>
                <a:spcAft>
                  <a:spcPct val="0"/>
                </a:spcAft>
                <a:defRPr/>
              </a:pPr>
              <a:t>4</a:t>
            </a:fld>
            <a:endParaRPr lang="de-CH" altLang="de-DE" dirty="0"/>
          </a:p>
        </p:txBody>
      </p:sp>
      <p:sp>
        <p:nvSpPr>
          <p:cNvPr id="35845" name="Fußzeilenplatzhalter 25">
            <a:extLst>
              <a:ext uri="{FF2B5EF4-FFF2-40B4-BE49-F238E27FC236}">
                <a16:creationId xmlns:a16="http://schemas.microsoft.com/office/drawing/2014/main" id="{5C6BA51F-2E38-C2CB-E48C-BA197B4DFC06}"/>
              </a:ext>
            </a:extLst>
          </p:cNvPr>
          <p:cNvSpPr>
            <a:spLocks noGrp="1" noChangeArrowheads="1"/>
          </p:cNvSpPr>
          <p:nvPr>
            <p:ph type="ftr" sz="quarter" idx="15"/>
          </p:nvPr>
        </p:nvSpPr>
        <p:spPr bwMode="auto">
          <a:xfrm>
            <a:off x="580053" y="6448826"/>
            <a:ext cx="9366017" cy="18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rtlCol="0" anchor="ctr" anchorCtr="0" compatLnSpc="1">
            <a:prstTxWarp prst="textNoShape">
              <a:avLst/>
            </a:prstTxWarp>
          </a:bodyPr>
          <a:lstStyle>
            <a:defPPr>
              <a:defRPr lang="de-CH"/>
            </a:defPPr>
            <a:lvl1pPr algn="l" rtl="0" eaLnBrk="0" fontAlgn="base" hangingPunct="0">
              <a:lnSpc>
                <a:spcPct val="100000"/>
              </a:lnSpc>
              <a:spcBef>
                <a:spcPts val="0"/>
              </a:spcBef>
              <a:spcAft>
                <a:spcPts val="0"/>
              </a:spcAft>
              <a:defRPr sz="1043" b="1" kern="1200">
                <a:solidFill>
                  <a:srgbClr val="003CB4"/>
                </a:solidFill>
                <a:latin typeface="Frutiger for ZKB Light" panose="020B0303030504020204" pitchFamily="34" charset="0"/>
                <a:ea typeface="+mn-ea"/>
                <a:cs typeface="+mn-cs"/>
              </a:defRPr>
            </a:lvl1pPr>
            <a:lvl2pPr marL="1154784" indent="-721176" algn="l" rtl="0" eaLnBrk="0" fontAlgn="base" hangingPunct="0">
              <a:spcBef>
                <a:spcPct val="0"/>
              </a:spcBef>
              <a:spcAft>
                <a:spcPct val="0"/>
              </a:spcAft>
              <a:defRPr sz="5975" kern="1200">
                <a:solidFill>
                  <a:schemeClr val="tx1"/>
                </a:solidFill>
                <a:latin typeface="Frutiger for ZKB Light"/>
                <a:ea typeface="+mn-ea"/>
                <a:cs typeface="+mn-cs"/>
              </a:defRPr>
            </a:lvl2pPr>
            <a:lvl3pPr marL="2309567" indent="-1442350" algn="l" rtl="0" eaLnBrk="0" fontAlgn="base" hangingPunct="0">
              <a:spcBef>
                <a:spcPct val="0"/>
              </a:spcBef>
              <a:spcAft>
                <a:spcPct val="0"/>
              </a:spcAft>
              <a:defRPr sz="5975" kern="1200">
                <a:solidFill>
                  <a:schemeClr val="tx1"/>
                </a:solidFill>
                <a:latin typeface="Frutiger for ZKB Light"/>
                <a:ea typeface="+mn-ea"/>
                <a:cs typeface="+mn-cs"/>
              </a:defRPr>
            </a:lvl3pPr>
            <a:lvl4pPr marL="3464352" indent="-2163526" algn="l" rtl="0" eaLnBrk="0" fontAlgn="base" hangingPunct="0">
              <a:spcBef>
                <a:spcPct val="0"/>
              </a:spcBef>
              <a:spcAft>
                <a:spcPct val="0"/>
              </a:spcAft>
              <a:defRPr sz="5975" kern="1200">
                <a:solidFill>
                  <a:schemeClr val="tx1"/>
                </a:solidFill>
                <a:latin typeface="Frutiger for ZKB Light"/>
                <a:ea typeface="+mn-ea"/>
                <a:cs typeface="+mn-cs"/>
              </a:defRPr>
            </a:lvl4pPr>
            <a:lvl5pPr marL="4619135" indent="-2884701" algn="l" rtl="0" eaLnBrk="0" fontAlgn="base" hangingPunct="0">
              <a:spcBef>
                <a:spcPct val="0"/>
              </a:spcBef>
              <a:spcAft>
                <a:spcPct val="0"/>
              </a:spcAft>
              <a:defRPr sz="5975" kern="1200">
                <a:solidFill>
                  <a:schemeClr val="tx1"/>
                </a:solidFill>
                <a:latin typeface="Frutiger for ZKB Light"/>
                <a:ea typeface="+mn-ea"/>
                <a:cs typeface="+mn-cs"/>
              </a:defRPr>
            </a:lvl5pPr>
            <a:lvl6pPr marL="2168042" algn="l" defTabSz="867217" rtl="0" eaLnBrk="1" latinLnBrk="0" hangingPunct="1">
              <a:defRPr sz="5975" kern="1200">
                <a:solidFill>
                  <a:schemeClr val="tx1"/>
                </a:solidFill>
                <a:latin typeface="Frutiger for ZKB Light"/>
                <a:ea typeface="+mn-ea"/>
                <a:cs typeface="+mn-cs"/>
              </a:defRPr>
            </a:lvl6pPr>
            <a:lvl7pPr marL="2601651" algn="l" defTabSz="867217" rtl="0" eaLnBrk="1" latinLnBrk="0" hangingPunct="1">
              <a:defRPr sz="5975" kern="1200">
                <a:solidFill>
                  <a:schemeClr val="tx1"/>
                </a:solidFill>
                <a:latin typeface="Frutiger for ZKB Light"/>
                <a:ea typeface="+mn-ea"/>
                <a:cs typeface="+mn-cs"/>
              </a:defRPr>
            </a:lvl7pPr>
            <a:lvl8pPr marL="3035259" algn="l" defTabSz="867217" rtl="0" eaLnBrk="1" latinLnBrk="0" hangingPunct="1">
              <a:defRPr sz="5975" kern="1200">
                <a:solidFill>
                  <a:schemeClr val="tx1"/>
                </a:solidFill>
                <a:latin typeface="Frutiger for ZKB Light"/>
                <a:ea typeface="+mn-ea"/>
                <a:cs typeface="+mn-cs"/>
              </a:defRPr>
            </a:lvl8pPr>
            <a:lvl9pPr marL="3468868" algn="l" defTabSz="867217" rtl="0" eaLnBrk="1" latinLnBrk="0" hangingPunct="1">
              <a:defRPr sz="5975" kern="1200">
                <a:solidFill>
                  <a:schemeClr val="tx1"/>
                </a:solidFill>
                <a:latin typeface="Frutiger for ZKB Light"/>
                <a:ea typeface="+mn-ea"/>
                <a:cs typeface="+mn-cs"/>
              </a:defRPr>
            </a:lvl9pPr>
          </a:lstStyle>
          <a:p>
            <a:pPr>
              <a:spcBef>
                <a:spcPct val="0"/>
              </a:spcBef>
              <a:spcAft>
                <a:spcPct val="0"/>
              </a:spcAft>
            </a:pPr>
            <a:r>
              <a:rPr lang="de-CH" dirty="0"/>
              <a:t>Lorem ipsum dolor sit amet, consetetur | xx. Monat Jahr</a:t>
            </a:r>
            <a:endParaRPr lang="de-CH" altLang="de-DE" dirty="0"/>
          </a:p>
        </p:txBody>
      </p:sp>
      <p:sp>
        <p:nvSpPr>
          <p:cNvPr id="3" name="Inhaltsplatzhalter 2">
            <a:extLst>
              <a:ext uri="{FF2B5EF4-FFF2-40B4-BE49-F238E27FC236}">
                <a16:creationId xmlns:a16="http://schemas.microsoft.com/office/drawing/2014/main" id="{9D46ECA1-31D2-09BE-A652-C6761A82392A}"/>
              </a:ext>
            </a:extLst>
          </p:cNvPr>
          <p:cNvSpPr>
            <a:spLocks noGrp="1"/>
          </p:cNvSpPr>
          <p:nvPr>
            <p:ph idx="12"/>
          </p:nvPr>
        </p:nvSpPr>
        <p:spPr>
          <a:xfrm>
            <a:off x="290574" y="1788697"/>
            <a:ext cx="5668421" cy="4503121"/>
          </a:xfrm>
          <a:ln>
            <a:solidFill>
              <a:schemeClr val="bg1">
                <a:lumMod val="75000"/>
                <a:alpha val="0"/>
              </a:schemeClr>
            </a:solidFill>
          </a:ln>
        </p:spPr>
        <p:txBody>
          <a:bodyPr rtlCol="0"/>
          <a:lstStyle/>
          <a:p>
            <a:pPr eaLnBrk="1" fontAlgn="auto" hangingPunct="1">
              <a:defRPr/>
            </a:pPr>
            <a:r>
              <a:rPr lang="de-CH" sz="1897" b="1" dirty="0"/>
              <a:t>Text durch Lorem ipsum</a:t>
            </a:r>
          </a:p>
          <a:p>
            <a:pPr eaLnBrk="1" fontAlgn="auto" hangingPunct="1">
              <a:defRPr/>
            </a:pPr>
            <a:endParaRPr lang="de-CH" sz="1897" b="1" dirty="0"/>
          </a:p>
          <a:p>
            <a:pPr eaLnBrk="1" fontAlgn="auto" hangingPunct="1">
              <a:defRPr/>
            </a:pPr>
            <a:r>
              <a:rPr lang="de-CH" dirty="0"/>
              <a:t>Text durch Lorem ipsum dolor sit amet, consetetur sadipscing elitr, sed diam nonumy eirmod tempor invidunt ut labore et dolore magna aliquyam erat, sed diam voluptua. At vero eos et accusam et justo duo dolores et ea rebum. Stet clita kasd gubergren, no sea takimata sanctus est Lorem ipsum dolor sit amet. Lorem ipsum dolor sit amet, consetetur sadipscing elitr, sed diam nonumy eirmod tempor invidunt ut labore et dolore magna aliquyam erat.</a:t>
            </a:r>
          </a:p>
        </p:txBody>
      </p:sp>
      <p:pic>
        <p:nvPicPr>
          <p:cNvPr id="35848" name="Inhaltsplatzhalter 9">
            <a:extLst>
              <a:ext uri="{FF2B5EF4-FFF2-40B4-BE49-F238E27FC236}">
                <a16:creationId xmlns:a16="http://schemas.microsoft.com/office/drawing/2014/main" id="{25AE9CE2-72C2-9DBA-027E-0E42A3D28FF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33007" y="1788696"/>
            <a:ext cx="5958994" cy="4504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3028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62" name="think-cell data - do not delete" hidden="1">
            <a:extLst>
              <a:ext uri="{FF2B5EF4-FFF2-40B4-BE49-F238E27FC236}">
                <a16:creationId xmlns:a16="http://schemas.microsoft.com/office/drawing/2014/main" id="{C9A18B97-2BF6-BEA1-9F50-F682156B9DAD}"/>
              </a:ext>
            </a:extLst>
          </p:cNvPr>
          <p:cNvGraphicFramePr>
            <a:graphicFrameLocks noChangeAspect="1"/>
          </p:cNvGraphicFramePr>
          <p:nvPr>
            <p:custDataLst>
              <p:tags r:id="rId1"/>
            </p:custDataLst>
          </p:nvPr>
        </p:nvGraphicFramePr>
        <p:xfrm>
          <a:off x="1507" y="1601"/>
          <a:ext cx="1505" cy="1505"/>
        </p:xfrm>
        <a:graphic>
          <a:graphicData uri="http://schemas.openxmlformats.org/presentationml/2006/ole">
            <mc:AlternateContent xmlns:mc="http://schemas.openxmlformats.org/markup-compatibility/2006">
              <mc:Choice xmlns:v="urn:schemas-microsoft-com:vml" Requires="v">
                <p:oleObj name="think-cell Folie" r:id="rId4" imgW="360" imgH="360" progId="TCLayout.ActiveDocument.1">
                  <p:embed/>
                </p:oleObj>
              </mc:Choice>
              <mc:Fallback>
                <p:oleObj name="think-cell Folie" r:id="rId4" imgW="360" imgH="360" progId="TCLayout.ActiveDocument.1">
                  <p:embed/>
                  <p:pic>
                    <p:nvPicPr>
                      <p:cNvPr id="40962" name="think-cell data - do not delete" hidden="1">
                        <a:extLst>
                          <a:ext uri="{FF2B5EF4-FFF2-40B4-BE49-F238E27FC236}">
                            <a16:creationId xmlns:a16="http://schemas.microsoft.com/office/drawing/2014/main" id="{C9A18B97-2BF6-BEA1-9F50-F682156B9D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7" y="1601"/>
                        <a:ext cx="1505" cy="1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63" name="Titel 7">
            <a:extLst>
              <a:ext uri="{FF2B5EF4-FFF2-40B4-BE49-F238E27FC236}">
                <a16:creationId xmlns:a16="http://schemas.microsoft.com/office/drawing/2014/main" id="{97027316-139D-D677-0781-9A46B2F3EF04}"/>
              </a:ext>
            </a:extLst>
          </p:cNvPr>
          <p:cNvSpPr>
            <a:spLocks noGrp="1" noChangeArrowheads="1"/>
          </p:cNvSpPr>
          <p:nvPr>
            <p:ph type="title"/>
          </p:nvPr>
        </p:nvSpPr>
        <p:spPr>
          <a:xfrm>
            <a:off x="290574" y="272601"/>
            <a:ext cx="9655136" cy="819023"/>
          </a:xfrm>
        </p:spPr>
        <p:txBody>
          <a:bodyPr/>
          <a:lstStyle/>
          <a:p>
            <a:pPr eaLnBrk="1" hangingPunct="1">
              <a:spcBef>
                <a:spcPct val="0"/>
              </a:spcBef>
              <a:spcAft>
                <a:spcPct val="0"/>
              </a:spcAft>
            </a:pPr>
            <a:r>
              <a:rPr lang="de-CH" altLang="de-DE" dirty="0"/>
              <a:t>Textboxen – 1 Spalte</a:t>
            </a:r>
          </a:p>
        </p:txBody>
      </p:sp>
      <p:sp>
        <p:nvSpPr>
          <p:cNvPr id="40964" name="Foliennummernplatzhalter 6">
            <a:extLst>
              <a:ext uri="{FF2B5EF4-FFF2-40B4-BE49-F238E27FC236}">
                <a16:creationId xmlns:a16="http://schemas.microsoft.com/office/drawing/2014/main" id="{B283EB45-443E-CB71-F126-B9F4A5977EE6}"/>
              </a:ext>
            </a:extLst>
          </p:cNvPr>
          <p:cNvSpPr>
            <a:spLocks noGrp="1" noChangeArrowheads="1"/>
          </p:cNvSpPr>
          <p:nvPr>
            <p:ph type="sldNum" sz="quarter" idx="13"/>
          </p:nvPr>
        </p:nvSpPr>
        <p:spPr bwMode="auto">
          <a:xfrm>
            <a:off x="290031" y="6448826"/>
            <a:ext cx="290022" cy="18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rtlCol="0" anchor="ctr" anchorCtr="0" compatLnSpc="1">
            <a:prstTxWarp prst="textNoShape">
              <a:avLst/>
            </a:prstTxWarp>
          </a:bodyPr>
          <a:lstStyle>
            <a:defPPr>
              <a:defRPr lang="de-CH"/>
            </a:defPPr>
            <a:lvl1pPr algn="l" rtl="0" eaLnBrk="0" fontAlgn="base" hangingPunct="0">
              <a:lnSpc>
                <a:spcPct val="100000"/>
              </a:lnSpc>
              <a:spcBef>
                <a:spcPts val="0"/>
              </a:spcBef>
              <a:spcAft>
                <a:spcPts val="0"/>
              </a:spcAft>
              <a:defRPr sz="1043" b="1" kern="1200">
                <a:solidFill>
                  <a:srgbClr val="003CB4"/>
                </a:solidFill>
                <a:latin typeface="Frutiger for ZKB Light" panose="020B0303030504020204" pitchFamily="34" charset="0"/>
                <a:ea typeface="+mn-ea"/>
                <a:cs typeface="+mn-cs"/>
              </a:defRPr>
            </a:lvl1pPr>
            <a:lvl2pPr marL="1154784" indent="-721176" algn="l" rtl="0" eaLnBrk="0" fontAlgn="base" hangingPunct="0">
              <a:spcBef>
                <a:spcPct val="0"/>
              </a:spcBef>
              <a:spcAft>
                <a:spcPct val="0"/>
              </a:spcAft>
              <a:defRPr sz="5975" kern="1200">
                <a:solidFill>
                  <a:schemeClr val="tx1"/>
                </a:solidFill>
                <a:latin typeface="Frutiger for ZKB Light"/>
                <a:ea typeface="+mn-ea"/>
                <a:cs typeface="+mn-cs"/>
              </a:defRPr>
            </a:lvl2pPr>
            <a:lvl3pPr marL="2309567" indent="-1442350" algn="l" rtl="0" eaLnBrk="0" fontAlgn="base" hangingPunct="0">
              <a:spcBef>
                <a:spcPct val="0"/>
              </a:spcBef>
              <a:spcAft>
                <a:spcPct val="0"/>
              </a:spcAft>
              <a:defRPr sz="5975" kern="1200">
                <a:solidFill>
                  <a:schemeClr val="tx1"/>
                </a:solidFill>
                <a:latin typeface="Frutiger for ZKB Light"/>
                <a:ea typeface="+mn-ea"/>
                <a:cs typeface="+mn-cs"/>
              </a:defRPr>
            </a:lvl3pPr>
            <a:lvl4pPr marL="3464352" indent="-2163526" algn="l" rtl="0" eaLnBrk="0" fontAlgn="base" hangingPunct="0">
              <a:spcBef>
                <a:spcPct val="0"/>
              </a:spcBef>
              <a:spcAft>
                <a:spcPct val="0"/>
              </a:spcAft>
              <a:defRPr sz="5975" kern="1200">
                <a:solidFill>
                  <a:schemeClr val="tx1"/>
                </a:solidFill>
                <a:latin typeface="Frutiger for ZKB Light"/>
                <a:ea typeface="+mn-ea"/>
                <a:cs typeface="+mn-cs"/>
              </a:defRPr>
            </a:lvl4pPr>
            <a:lvl5pPr marL="4619135" indent="-2884701" algn="l" rtl="0" eaLnBrk="0" fontAlgn="base" hangingPunct="0">
              <a:spcBef>
                <a:spcPct val="0"/>
              </a:spcBef>
              <a:spcAft>
                <a:spcPct val="0"/>
              </a:spcAft>
              <a:defRPr sz="5975" kern="1200">
                <a:solidFill>
                  <a:schemeClr val="tx1"/>
                </a:solidFill>
                <a:latin typeface="Frutiger for ZKB Light"/>
                <a:ea typeface="+mn-ea"/>
                <a:cs typeface="+mn-cs"/>
              </a:defRPr>
            </a:lvl5pPr>
            <a:lvl6pPr marL="2168042" algn="l" defTabSz="867217" rtl="0" eaLnBrk="1" latinLnBrk="0" hangingPunct="1">
              <a:defRPr sz="5975" kern="1200">
                <a:solidFill>
                  <a:schemeClr val="tx1"/>
                </a:solidFill>
                <a:latin typeface="Frutiger for ZKB Light"/>
                <a:ea typeface="+mn-ea"/>
                <a:cs typeface="+mn-cs"/>
              </a:defRPr>
            </a:lvl6pPr>
            <a:lvl7pPr marL="2601651" algn="l" defTabSz="867217" rtl="0" eaLnBrk="1" latinLnBrk="0" hangingPunct="1">
              <a:defRPr sz="5975" kern="1200">
                <a:solidFill>
                  <a:schemeClr val="tx1"/>
                </a:solidFill>
                <a:latin typeface="Frutiger for ZKB Light"/>
                <a:ea typeface="+mn-ea"/>
                <a:cs typeface="+mn-cs"/>
              </a:defRPr>
            </a:lvl7pPr>
            <a:lvl8pPr marL="3035259" algn="l" defTabSz="867217" rtl="0" eaLnBrk="1" latinLnBrk="0" hangingPunct="1">
              <a:defRPr sz="5975" kern="1200">
                <a:solidFill>
                  <a:schemeClr val="tx1"/>
                </a:solidFill>
                <a:latin typeface="Frutiger for ZKB Light"/>
                <a:ea typeface="+mn-ea"/>
                <a:cs typeface="+mn-cs"/>
              </a:defRPr>
            </a:lvl8pPr>
            <a:lvl9pPr marL="3468868" algn="l" defTabSz="867217" rtl="0" eaLnBrk="1" latinLnBrk="0" hangingPunct="1">
              <a:defRPr sz="5975" kern="1200">
                <a:solidFill>
                  <a:schemeClr val="tx1"/>
                </a:solidFill>
                <a:latin typeface="Frutiger for ZKB Light"/>
                <a:ea typeface="+mn-ea"/>
                <a:cs typeface="+mn-cs"/>
              </a:defRPr>
            </a:lvl9pPr>
          </a:lstStyle>
          <a:p>
            <a:pPr>
              <a:spcBef>
                <a:spcPct val="0"/>
              </a:spcBef>
              <a:spcAft>
                <a:spcPct val="0"/>
              </a:spcAft>
              <a:defRPr/>
            </a:pPr>
            <a:fld id="{E7D1EFE5-7B74-4DC9-B3A0-DB9AD5FE6CA2}" type="slidenum">
              <a:rPr lang="de-CH" smtClean="0"/>
              <a:pPr>
                <a:spcBef>
                  <a:spcPct val="0"/>
                </a:spcBef>
                <a:spcAft>
                  <a:spcPct val="0"/>
                </a:spcAft>
                <a:defRPr/>
              </a:pPr>
              <a:t>5</a:t>
            </a:fld>
            <a:endParaRPr lang="de-CH" altLang="de-DE" dirty="0"/>
          </a:p>
        </p:txBody>
      </p:sp>
      <p:sp>
        <p:nvSpPr>
          <p:cNvPr id="40965" name="Fußzeilenplatzhalter 5">
            <a:extLst>
              <a:ext uri="{FF2B5EF4-FFF2-40B4-BE49-F238E27FC236}">
                <a16:creationId xmlns:a16="http://schemas.microsoft.com/office/drawing/2014/main" id="{91924739-97DE-F464-3994-F94419ECCCEF}"/>
              </a:ext>
            </a:extLst>
          </p:cNvPr>
          <p:cNvSpPr>
            <a:spLocks noGrp="1" noChangeArrowheads="1"/>
          </p:cNvSpPr>
          <p:nvPr>
            <p:ph type="ftr" sz="quarter" idx="14"/>
          </p:nvPr>
        </p:nvSpPr>
        <p:spPr bwMode="auto">
          <a:xfrm>
            <a:off x="580053" y="6448826"/>
            <a:ext cx="9366017" cy="18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rtlCol="0" anchor="ctr" anchorCtr="0" compatLnSpc="1">
            <a:prstTxWarp prst="textNoShape">
              <a:avLst/>
            </a:prstTxWarp>
          </a:bodyPr>
          <a:lstStyle>
            <a:defPPr>
              <a:defRPr lang="de-CH"/>
            </a:defPPr>
            <a:lvl1pPr algn="l" rtl="0" eaLnBrk="0" fontAlgn="base" hangingPunct="0">
              <a:lnSpc>
                <a:spcPct val="100000"/>
              </a:lnSpc>
              <a:spcBef>
                <a:spcPts val="0"/>
              </a:spcBef>
              <a:spcAft>
                <a:spcPts val="0"/>
              </a:spcAft>
              <a:defRPr sz="1043" b="1" kern="1200">
                <a:solidFill>
                  <a:srgbClr val="003CB4"/>
                </a:solidFill>
                <a:latin typeface="Frutiger for ZKB Light" panose="020B0303030504020204" pitchFamily="34" charset="0"/>
                <a:ea typeface="+mn-ea"/>
                <a:cs typeface="+mn-cs"/>
              </a:defRPr>
            </a:lvl1pPr>
            <a:lvl2pPr marL="1154784" indent="-721176" algn="l" rtl="0" eaLnBrk="0" fontAlgn="base" hangingPunct="0">
              <a:spcBef>
                <a:spcPct val="0"/>
              </a:spcBef>
              <a:spcAft>
                <a:spcPct val="0"/>
              </a:spcAft>
              <a:defRPr sz="5975" kern="1200">
                <a:solidFill>
                  <a:schemeClr val="tx1"/>
                </a:solidFill>
                <a:latin typeface="Frutiger for ZKB Light"/>
                <a:ea typeface="+mn-ea"/>
                <a:cs typeface="+mn-cs"/>
              </a:defRPr>
            </a:lvl2pPr>
            <a:lvl3pPr marL="2309567" indent="-1442350" algn="l" rtl="0" eaLnBrk="0" fontAlgn="base" hangingPunct="0">
              <a:spcBef>
                <a:spcPct val="0"/>
              </a:spcBef>
              <a:spcAft>
                <a:spcPct val="0"/>
              </a:spcAft>
              <a:defRPr sz="5975" kern="1200">
                <a:solidFill>
                  <a:schemeClr val="tx1"/>
                </a:solidFill>
                <a:latin typeface="Frutiger for ZKB Light"/>
                <a:ea typeface="+mn-ea"/>
                <a:cs typeface="+mn-cs"/>
              </a:defRPr>
            </a:lvl3pPr>
            <a:lvl4pPr marL="3464352" indent="-2163526" algn="l" rtl="0" eaLnBrk="0" fontAlgn="base" hangingPunct="0">
              <a:spcBef>
                <a:spcPct val="0"/>
              </a:spcBef>
              <a:spcAft>
                <a:spcPct val="0"/>
              </a:spcAft>
              <a:defRPr sz="5975" kern="1200">
                <a:solidFill>
                  <a:schemeClr val="tx1"/>
                </a:solidFill>
                <a:latin typeface="Frutiger for ZKB Light"/>
                <a:ea typeface="+mn-ea"/>
                <a:cs typeface="+mn-cs"/>
              </a:defRPr>
            </a:lvl4pPr>
            <a:lvl5pPr marL="4619135" indent="-2884701" algn="l" rtl="0" eaLnBrk="0" fontAlgn="base" hangingPunct="0">
              <a:spcBef>
                <a:spcPct val="0"/>
              </a:spcBef>
              <a:spcAft>
                <a:spcPct val="0"/>
              </a:spcAft>
              <a:defRPr sz="5975" kern="1200">
                <a:solidFill>
                  <a:schemeClr val="tx1"/>
                </a:solidFill>
                <a:latin typeface="Frutiger for ZKB Light"/>
                <a:ea typeface="+mn-ea"/>
                <a:cs typeface="+mn-cs"/>
              </a:defRPr>
            </a:lvl5pPr>
            <a:lvl6pPr marL="2168042" algn="l" defTabSz="867217" rtl="0" eaLnBrk="1" latinLnBrk="0" hangingPunct="1">
              <a:defRPr sz="5975" kern="1200">
                <a:solidFill>
                  <a:schemeClr val="tx1"/>
                </a:solidFill>
                <a:latin typeface="Frutiger for ZKB Light"/>
                <a:ea typeface="+mn-ea"/>
                <a:cs typeface="+mn-cs"/>
              </a:defRPr>
            </a:lvl6pPr>
            <a:lvl7pPr marL="2601651" algn="l" defTabSz="867217" rtl="0" eaLnBrk="1" latinLnBrk="0" hangingPunct="1">
              <a:defRPr sz="5975" kern="1200">
                <a:solidFill>
                  <a:schemeClr val="tx1"/>
                </a:solidFill>
                <a:latin typeface="Frutiger for ZKB Light"/>
                <a:ea typeface="+mn-ea"/>
                <a:cs typeface="+mn-cs"/>
              </a:defRPr>
            </a:lvl7pPr>
            <a:lvl8pPr marL="3035259" algn="l" defTabSz="867217" rtl="0" eaLnBrk="1" latinLnBrk="0" hangingPunct="1">
              <a:defRPr sz="5975" kern="1200">
                <a:solidFill>
                  <a:schemeClr val="tx1"/>
                </a:solidFill>
                <a:latin typeface="Frutiger for ZKB Light"/>
                <a:ea typeface="+mn-ea"/>
                <a:cs typeface="+mn-cs"/>
              </a:defRPr>
            </a:lvl8pPr>
            <a:lvl9pPr marL="3468868" algn="l" defTabSz="867217" rtl="0" eaLnBrk="1" latinLnBrk="0" hangingPunct="1">
              <a:defRPr sz="5975" kern="1200">
                <a:solidFill>
                  <a:schemeClr val="tx1"/>
                </a:solidFill>
                <a:latin typeface="Frutiger for ZKB Light"/>
                <a:ea typeface="+mn-ea"/>
                <a:cs typeface="+mn-cs"/>
              </a:defRPr>
            </a:lvl9pPr>
          </a:lstStyle>
          <a:p>
            <a:pPr>
              <a:spcBef>
                <a:spcPct val="0"/>
              </a:spcBef>
              <a:spcAft>
                <a:spcPct val="0"/>
              </a:spcAft>
            </a:pPr>
            <a:r>
              <a:rPr lang="de-CH" dirty="0"/>
              <a:t>Lorem ipsum dolor sit amet, consetetur | xx. Monat Jahr</a:t>
            </a:r>
            <a:endParaRPr lang="de-CH" altLang="de-DE" dirty="0"/>
          </a:p>
        </p:txBody>
      </p:sp>
      <p:sp>
        <p:nvSpPr>
          <p:cNvPr id="40966" name="Textplatzhalter 8">
            <a:extLst>
              <a:ext uri="{FF2B5EF4-FFF2-40B4-BE49-F238E27FC236}">
                <a16:creationId xmlns:a16="http://schemas.microsoft.com/office/drawing/2014/main" id="{B39ACFCE-7967-A6DC-3DFF-B06F55A03121}"/>
              </a:ext>
            </a:extLst>
          </p:cNvPr>
          <p:cNvSpPr>
            <a:spLocks noGrp="1" noChangeArrowheads="1"/>
          </p:cNvSpPr>
          <p:nvPr>
            <p:ph type="body" idx="12"/>
          </p:nvPr>
        </p:nvSpPr>
        <p:spPr>
          <a:xfrm>
            <a:off x="290574" y="1788697"/>
            <a:ext cx="9655136" cy="4503121"/>
          </a:xfrm>
        </p:spPr>
        <p:txBody>
          <a:bodyPr/>
          <a:lstStyle/>
          <a:p>
            <a:pPr defTabSz="269500">
              <a:spcBef>
                <a:spcPct val="0"/>
              </a:spcBef>
              <a:spcAft>
                <a:spcPct val="0"/>
              </a:spcAft>
            </a:pPr>
            <a:r>
              <a:rPr lang="de-CH" altLang="de-DE" dirty="0">
                <a:cs typeface="Aharoni" panose="020F0502020204030204" pitchFamily="2" charset="-79"/>
              </a:rPr>
              <a:t>At vero eos et accusam et justo duo dolores et ea rebum. Stet clita kasd gubergren, no sea takimata sanctus est Lorem ipsum dolor sit amet. At vero eos et accusam et justo duo dolores et ea rebum. Stet clita kasd gubergren, </a:t>
            </a:r>
            <a:br>
              <a:rPr lang="de-CH" altLang="de-DE" dirty="0">
                <a:cs typeface="Aharoni" panose="020F0502020204030204" pitchFamily="2" charset="-79"/>
              </a:rPr>
            </a:br>
            <a:r>
              <a:rPr lang="de-CH" altLang="de-DE" dirty="0">
                <a:cs typeface="Aharoni" panose="020F0502020204030204" pitchFamily="2" charset="-79"/>
              </a:rPr>
              <a:t>no sea takimata sanctus est Lorem ipsum dolor sit amet. At vero eos et accusam et justo duo dolores et ea rebum. Stet clita kasd gubergren, no sea takimata sanctus est Lorem ipsum dolor sit amet. </a:t>
            </a:r>
          </a:p>
          <a:p>
            <a:pPr defTabSz="269500">
              <a:spcBef>
                <a:spcPct val="0"/>
              </a:spcBef>
              <a:spcAft>
                <a:spcPct val="0"/>
              </a:spcAft>
            </a:pPr>
            <a:r>
              <a:rPr lang="de-CH" altLang="de-DE" dirty="0">
                <a:cs typeface="Aharoni" panose="020F0502020204030204" pitchFamily="2" charset="-79"/>
              </a:rPr>
              <a:t>At vero eos et accusam et justo duo dolores et ea rebum. Stet clita kasd gubergren, no sea takimata sanctus est Lorem ipsum dolor sit amet. At vero eos et accusam et justo duo dolores et ea rebum. Stet clita kasd gubergren, </a:t>
            </a:r>
            <a:br>
              <a:rPr lang="de-CH" altLang="de-DE" dirty="0">
                <a:cs typeface="Aharoni" panose="020F0502020204030204" pitchFamily="2" charset="-79"/>
              </a:rPr>
            </a:br>
            <a:r>
              <a:rPr lang="de-CH" altLang="de-DE" dirty="0">
                <a:cs typeface="Aharoni" panose="020F0502020204030204" pitchFamily="2" charset="-79"/>
              </a:rPr>
              <a:t>no sea takimata sanctus est Lorem ipsum dolor sit amet. </a:t>
            </a:r>
          </a:p>
          <a:p>
            <a:pPr defTabSz="269500">
              <a:spcBef>
                <a:spcPct val="0"/>
              </a:spcBef>
              <a:spcAft>
                <a:spcPct val="0"/>
              </a:spcAft>
            </a:pPr>
            <a:endParaRPr lang="de-CH" altLang="de-DE" dirty="0">
              <a:cs typeface="Aharoni" panose="020F0502020204030204" pitchFamily="2" charset="-79"/>
            </a:endParaRPr>
          </a:p>
          <a:p>
            <a:pPr defTabSz="269500">
              <a:spcBef>
                <a:spcPct val="0"/>
              </a:spcBef>
              <a:spcAft>
                <a:spcPct val="0"/>
              </a:spcAft>
            </a:pPr>
            <a:r>
              <a:rPr lang="de-CH" altLang="de-DE" dirty="0">
                <a:cs typeface="Aharoni" panose="020F0502020204030204" pitchFamily="2" charset="-79"/>
              </a:rPr>
              <a:t>At vero eos et accusam et justo duo dolores et ea rebum. Stet clita kasd gubergren, no sea takimata sanctus est Lorem ipsum dolor sit amet. At vero eos et accusam et justo duo dolores et ea rebum. Stet clita kasd gubergren, </a:t>
            </a:r>
          </a:p>
          <a:p>
            <a:pPr defTabSz="269500">
              <a:spcBef>
                <a:spcPct val="0"/>
              </a:spcBef>
              <a:spcAft>
                <a:spcPct val="0"/>
              </a:spcAft>
            </a:pPr>
            <a:r>
              <a:rPr lang="de-CH" altLang="de-DE" dirty="0">
                <a:cs typeface="Aharoni" panose="020F0502020204030204" pitchFamily="2" charset="-79"/>
              </a:rPr>
              <a:t>no sea takimata sanctus est Lorem ipsum dolor sit amet. </a:t>
            </a:r>
          </a:p>
          <a:p>
            <a:pPr defTabSz="269500">
              <a:spcBef>
                <a:spcPct val="0"/>
              </a:spcBef>
              <a:spcAft>
                <a:spcPct val="0"/>
              </a:spcAft>
            </a:pPr>
            <a:r>
              <a:rPr lang="de-CH" altLang="de-DE" dirty="0">
                <a:cs typeface="Aharoni" panose="020F0502020204030204" pitchFamily="2" charset="-79"/>
              </a:rPr>
              <a:t>At vero eos et accusam et justo duo dolores et ea rebum. Stet clita kasd gubergren, no sea takimata sanctus est Lorem ipsum dolor sit amet. </a:t>
            </a:r>
          </a:p>
          <a:p>
            <a:pPr defTabSz="269500">
              <a:spcBef>
                <a:spcPct val="0"/>
              </a:spcBef>
              <a:spcAft>
                <a:spcPct val="0"/>
              </a:spcAft>
            </a:pPr>
            <a:endParaRPr lang="de-CH" altLang="de-DE" dirty="0">
              <a:cs typeface="Aharoni" panose="020F0502020204030204" pitchFamily="2" charset="-79"/>
            </a:endParaRPr>
          </a:p>
          <a:p>
            <a:pPr defTabSz="269500">
              <a:spcBef>
                <a:spcPct val="0"/>
              </a:spcBef>
              <a:spcAft>
                <a:spcPct val="0"/>
              </a:spcAft>
            </a:pPr>
            <a:endParaRPr lang="de-CH" altLang="de-DE" dirty="0">
              <a:cs typeface="Aharoni" panose="020F0502020204030204" pitchFamily="2" charset="-79"/>
            </a:endParaRPr>
          </a:p>
          <a:p>
            <a:pPr defTabSz="269500">
              <a:spcBef>
                <a:spcPct val="0"/>
              </a:spcBef>
              <a:spcAft>
                <a:spcPct val="0"/>
              </a:spcAft>
            </a:pPr>
            <a:endParaRPr lang="de-CH" altLang="de-DE" dirty="0">
              <a:cs typeface="Aharoni" panose="020F0502020204030204" pitchFamily="2" charset="-79"/>
            </a:endParaRPr>
          </a:p>
        </p:txBody>
      </p:sp>
    </p:spTree>
    <p:extLst>
      <p:ext uri="{BB962C8B-B14F-4D97-AF65-F5344CB8AC3E}">
        <p14:creationId xmlns:p14="http://schemas.microsoft.com/office/powerpoint/2010/main" val="596033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86" name="think-cell data - do not delete" hidden="1">
            <a:extLst>
              <a:ext uri="{FF2B5EF4-FFF2-40B4-BE49-F238E27FC236}">
                <a16:creationId xmlns:a16="http://schemas.microsoft.com/office/drawing/2014/main" id="{B5178BFA-F49E-2612-E32F-2BE4453F051D}"/>
              </a:ext>
            </a:extLst>
          </p:cNvPr>
          <p:cNvGraphicFramePr>
            <a:graphicFrameLocks noChangeAspect="1"/>
          </p:cNvGraphicFramePr>
          <p:nvPr>
            <p:custDataLst>
              <p:tags r:id="rId1"/>
            </p:custDataLst>
          </p:nvPr>
        </p:nvGraphicFramePr>
        <p:xfrm>
          <a:off x="1507" y="1601"/>
          <a:ext cx="1505" cy="1505"/>
        </p:xfrm>
        <a:graphic>
          <a:graphicData uri="http://schemas.openxmlformats.org/presentationml/2006/ole">
            <mc:AlternateContent xmlns:mc="http://schemas.openxmlformats.org/markup-compatibility/2006">
              <mc:Choice xmlns:v="urn:schemas-microsoft-com:vml" Requires="v">
                <p:oleObj name="think-cell Folie" r:id="rId4" imgW="360" imgH="360" progId="TCLayout.ActiveDocument.1">
                  <p:embed/>
                </p:oleObj>
              </mc:Choice>
              <mc:Fallback>
                <p:oleObj name="think-cell Folie" r:id="rId4" imgW="360" imgH="360" progId="TCLayout.ActiveDocument.1">
                  <p:embed/>
                  <p:pic>
                    <p:nvPicPr>
                      <p:cNvPr id="41986" name="think-cell data - do not delete" hidden="1">
                        <a:extLst>
                          <a:ext uri="{FF2B5EF4-FFF2-40B4-BE49-F238E27FC236}">
                            <a16:creationId xmlns:a16="http://schemas.microsoft.com/office/drawing/2014/main" id="{B5178BFA-F49E-2612-E32F-2BE4453F05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7" y="1601"/>
                        <a:ext cx="1505" cy="1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987" name="Titel 7">
            <a:extLst>
              <a:ext uri="{FF2B5EF4-FFF2-40B4-BE49-F238E27FC236}">
                <a16:creationId xmlns:a16="http://schemas.microsoft.com/office/drawing/2014/main" id="{29269193-3513-015A-8AC9-9099197A229B}"/>
              </a:ext>
            </a:extLst>
          </p:cNvPr>
          <p:cNvSpPr>
            <a:spLocks noGrp="1" noChangeArrowheads="1"/>
          </p:cNvSpPr>
          <p:nvPr>
            <p:ph type="title"/>
          </p:nvPr>
        </p:nvSpPr>
        <p:spPr>
          <a:xfrm>
            <a:off x="290574" y="272601"/>
            <a:ext cx="9655136" cy="819023"/>
          </a:xfrm>
        </p:spPr>
        <p:txBody>
          <a:bodyPr/>
          <a:lstStyle/>
          <a:p>
            <a:pPr eaLnBrk="1" hangingPunct="1">
              <a:spcBef>
                <a:spcPct val="0"/>
              </a:spcBef>
              <a:spcAft>
                <a:spcPct val="0"/>
              </a:spcAft>
            </a:pPr>
            <a:r>
              <a:rPr lang="de-CH" altLang="de-DE" dirty="0"/>
              <a:t>Textboxen – 2 Spalten</a:t>
            </a:r>
          </a:p>
        </p:txBody>
      </p:sp>
      <p:sp>
        <p:nvSpPr>
          <p:cNvPr id="41988" name="Foliennummernplatzhalter 11">
            <a:extLst>
              <a:ext uri="{FF2B5EF4-FFF2-40B4-BE49-F238E27FC236}">
                <a16:creationId xmlns:a16="http://schemas.microsoft.com/office/drawing/2014/main" id="{36BE2B69-B893-1A22-3B3E-4E90D715CCA7}"/>
              </a:ext>
            </a:extLst>
          </p:cNvPr>
          <p:cNvSpPr>
            <a:spLocks noGrp="1" noChangeArrowheads="1"/>
          </p:cNvSpPr>
          <p:nvPr>
            <p:ph type="sldNum" sz="quarter" idx="16"/>
          </p:nvPr>
        </p:nvSpPr>
        <p:spPr bwMode="auto">
          <a:xfrm>
            <a:off x="290031" y="6448826"/>
            <a:ext cx="290022" cy="18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rtlCol="0" anchor="ctr" anchorCtr="0" compatLnSpc="1">
            <a:prstTxWarp prst="textNoShape">
              <a:avLst/>
            </a:prstTxWarp>
          </a:bodyPr>
          <a:lstStyle>
            <a:defPPr>
              <a:defRPr lang="de-CH"/>
            </a:defPPr>
            <a:lvl1pPr algn="l" rtl="0" eaLnBrk="0" fontAlgn="base" hangingPunct="0">
              <a:lnSpc>
                <a:spcPct val="100000"/>
              </a:lnSpc>
              <a:spcBef>
                <a:spcPts val="0"/>
              </a:spcBef>
              <a:spcAft>
                <a:spcPts val="0"/>
              </a:spcAft>
              <a:defRPr sz="1043" b="1" kern="1200">
                <a:solidFill>
                  <a:srgbClr val="003CB4"/>
                </a:solidFill>
                <a:latin typeface="Frutiger for ZKB Light" panose="020B0303030504020204" pitchFamily="34" charset="0"/>
                <a:ea typeface="+mn-ea"/>
                <a:cs typeface="+mn-cs"/>
              </a:defRPr>
            </a:lvl1pPr>
            <a:lvl2pPr marL="1154784" indent="-721176" algn="l" rtl="0" eaLnBrk="0" fontAlgn="base" hangingPunct="0">
              <a:spcBef>
                <a:spcPct val="0"/>
              </a:spcBef>
              <a:spcAft>
                <a:spcPct val="0"/>
              </a:spcAft>
              <a:defRPr sz="5975" kern="1200">
                <a:solidFill>
                  <a:schemeClr val="tx1"/>
                </a:solidFill>
                <a:latin typeface="Frutiger for ZKB Light"/>
                <a:ea typeface="+mn-ea"/>
                <a:cs typeface="+mn-cs"/>
              </a:defRPr>
            </a:lvl2pPr>
            <a:lvl3pPr marL="2309567" indent="-1442350" algn="l" rtl="0" eaLnBrk="0" fontAlgn="base" hangingPunct="0">
              <a:spcBef>
                <a:spcPct val="0"/>
              </a:spcBef>
              <a:spcAft>
                <a:spcPct val="0"/>
              </a:spcAft>
              <a:defRPr sz="5975" kern="1200">
                <a:solidFill>
                  <a:schemeClr val="tx1"/>
                </a:solidFill>
                <a:latin typeface="Frutiger for ZKB Light"/>
                <a:ea typeface="+mn-ea"/>
                <a:cs typeface="+mn-cs"/>
              </a:defRPr>
            </a:lvl3pPr>
            <a:lvl4pPr marL="3464352" indent="-2163526" algn="l" rtl="0" eaLnBrk="0" fontAlgn="base" hangingPunct="0">
              <a:spcBef>
                <a:spcPct val="0"/>
              </a:spcBef>
              <a:spcAft>
                <a:spcPct val="0"/>
              </a:spcAft>
              <a:defRPr sz="5975" kern="1200">
                <a:solidFill>
                  <a:schemeClr val="tx1"/>
                </a:solidFill>
                <a:latin typeface="Frutiger for ZKB Light"/>
                <a:ea typeface="+mn-ea"/>
                <a:cs typeface="+mn-cs"/>
              </a:defRPr>
            </a:lvl4pPr>
            <a:lvl5pPr marL="4619135" indent="-2884701" algn="l" rtl="0" eaLnBrk="0" fontAlgn="base" hangingPunct="0">
              <a:spcBef>
                <a:spcPct val="0"/>
              </a:spcBef>
              <a:spcAft>
                <a:spcPct val="0"/>
              </a:spcAft>
              <a:defRPr sz="5975" kern="1200">
                <a:solidFill>
                  <a:schemeClr val="tx1"/>
                </a:solidFill>
                <a:latin typeface="Frutiger for ZKB Light"/>
                <a:ea typeface="+mn-ea"/>
                <a:cs typeface="+mn-cs"/>
              </a:defRPr>
            </a:lvl5pPr>
            <a:lvl6pPr marL="2168042" algn="l" defTabSz="867217" rtl="0" eaLnBrk="1" latinLnBrk="0" hangingPunct="1">
              <a:defRPr sz="5975" kern="1200">
                <a:solidFill>
                  <a:schemeClr val="tx1"/>
                </a:solidFill>
                <a:latin typeface="Frutiger for ZKB Light"/>
                <a:ea typeface="+mn-ea"/>
                <a:cs typeface="+mn-cs"/>
              </a:defRPr>
            </a:lvl6pPr>
            <a:lvl7pPr marL="2601651" algn="l" defTabSz="867217" rtl="0" eaLnBrk="1" latinLnBrk="0" hangingPunct="1">
              <a:defRPr sz="5975" kern="1200">
                <a:solidFill>
                  <a:schemeClr val="tx1"/>
                </a:solidFill>
                <a:latin typeface="Frutiger for ZKB Light"/>
                <a:ea typeface="+mn-ea"/>
                <a:cs typeface="+mn-cs"/>
              </a:defRPr>
            </a:lvl7pPr>
            <a:lvl8pPr marL="3035259" algn="l" defTabSz="867217" rtl="0" eaLnBrk="1" latinLnBrk="0" hangingPunct="1">
              <a:defRPr sz="5975" kern="1200">
                <a:solidFill>
                  <a:schemeClr val="tx1"/>
                </a:solidFill>
                <a:latin typeface="Frutiger for ZKB Light"/>
                <a:ea typeface="+mn-ea"/>
                <a:cs typeface="+mn-cs"/>
              </a:defRPr>
            </a:lvl8pPr>
            <a:lvl9pPr marL="3468868" algn="l" defTabSz="867217" rtl="0" eaLnBrk="1" latinLnBrk="0" hangingPunct="1">
              <a:defRPr sz="5975" kern="1200">
                <a:solidFill>
                  <a:schemeClr val="tx1"/>
                </a:solidFill>
                <a:latin typeface="Frutiger for ZKB Light"/>
                <a:ea typeface="+mn-ea"/>
                <a:cs typeface="+mn-cs"/>
              </a:defRPr>
            </a:lvl9pPr>
          </a:lstStyle>
          <a:p>
            <a:pPr>
              <a:spcBef>
                <a:spcPct val="0"/>
              </a:spcBef>
              <a:spcAft>
                <a:spcPct val="0"/>
              </a:spcAft>
              <a:defRPr/>
            </a:pPr>
            <a:fld id="{41B41B96-C24D-47CE-B205-C22431F12D8E}" type="slidenum">
              <a:rPr lang="de-CH" smtClean="0"/>
              <a:pPr>
                <a:spcBef>
                  <a:spcPct val="0"/>
                </a:spcBef>
                <a:spcAft>
                  <a:spcPct val="0"/>
                </a:spcAft>
                <a:defRPr/>
              </a:pPr>
              <a:t>6</a:t>
            </a:fld>
            <a:endParaRPr lang="de-CH" altLang="de-DE" dirty="0"/>
          </a:p>
        </p:txBody>
      </p:sp>
      <p:sp>
        <p:nvSpPr>
          <p:cNvPr id="41989" name="Fußzeilenplatzhalter 10">
            <a:extLst>
              <a:ext uri="{FF2B5EF4-FFF2-40B4-BE49-F238E27FC236}">
                <a16:creationId xmlns:a16="http://schemas.microsoft.com/office/drawing/2014/main" id="{10CD018A-599C-16F0-3693-AE07ED75385C}"/>
              </a:ext>
            </a:extLst>
          </p:cNvPr>
          <p:cNvSpPr>
            <a:spLocks noGrp="1" noChangeArrowheads="1"/>
          </p:cNvSpPr>
          <p:nvPr>
            <p:ph type="ftr" sz="quarter" idx="17"/>
          </p:nvPr>
        </p:nvSpPr>
        <p:spPr bwMode="auto">
          <a:xfrm>
            <a:off x="580053" y="6448826"/>
            <a:ext cx="9366017" cy="18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rtlCol="0" anchor="ctr" anchorCtr="0" compatLnSpc="1">
            <a:prstTxWarp prst="textNoShape">
              <a:avLst/>
            </a:prstTxWarp>
          </a:bodyPr>
          <a:lstStyle>
            <a:defPPr>
              <a:defRPr lang="de-CH"/>
            </a:defPPr>
            <a:lvl1pPr algn="l" rtl="0" eaLnBrk="0" fontAlgn="base" hangingPunct="0">
              <a:lnSpc>
                <a:spcPct val="100000"/>
              </a:lnSpc>
              <a:spcBef>
                <a:spcPts val="0"/>
              </a:spcBef>
              <a:spcAft>
                <a:spcPts val="0"/>
              </a:spcAft>
              <a:defRPr sz="1043" b="1" kern="1200">
                <a:solidFill>
                  <a:srgbClr val="003CB4"/>
                </a:solidFill>
                <a:latin typeface="Frutiger for ZKB Light" panose="020B0303030504020204" pitchFamily="34" charset="0"/>
                <a:ea typeface="+mn-ea"/>
                <a:cs typeface="+mn-cs"/>
              </a:defRPr>
            </a:lvl1pPr>
            <a:lvl2pPr marL="1154784" indent="-721176" algn="l" rtl="0" eaLnBrk="0" fontAlgn="base" hangingPunct="0">
              <a:spcBef>
                <a:spcPct val="0"/>
              </a:spcBef>
              <a:spcAft>
                <a:spcPct val="0"/>
              </a:spcAft>
              <a:defRPr sz="5975" kern="1200">
                <a:solidFill>
                  <a:schemeClr val="tx1"/>
                </a:solidFill>
                <a:latin typeface="Frutiger for ZKB Light"/>
                <a:ea typeface="+mn-ea"/>
                <a:cs typeface="+mn-cs"/>
              </a:defRPr>
            </a:lvl2pPr>
            <a:lvl3pPr marL="2309567" indent="-1442350" algn="l" rtl="0" eaLnBrk="0" fontAlgn="base" hangingPunct="0">
              <a:spcBef>
                <a:spcPct val="0"/>
              </a:spcBef>
              <a:spcAft>
                <a:spcPct val="0"/>
              </a:spcAft>
              <a:defRPr sz="5975" kern="1200">
                <a:solidFill>
                  <a:schemeClr val="tx1"/>
                </a:solidFill>
                <a:latin typeface="Frutiger for ZKB Light"/>
                <a:ea typeface="+mn-ea"/>
                <a:cs typeface="+mn-cs"/>
              </a:defRPr>
            </a:lvl3pPr>
            <a:lvl4pPr marL="3464352" indent="-2163526" algn="l" rtl="0" eaLnBrk="0" fontAlgn="base" hangingPunct="0">
              <a:spcBef>
                <a:spcPct val="0"/>
              </a:spcBef>
              <a:spcAft>
                <a:spcPct val="0"/>
              </a:spcAft>
              <a:defRPr sz="5975" kern="1200">
                <a:solidFill>
                  <a:schemeClr val="tx1"/>
                </a:solidFill>
                <a:latin typeface="Frutiger for ZKB Light"/>
                <a:ea typeface="+mn-ea"/>
                <a:cs typeface="+mn-cs"/>
              </a:defRPr>
            </a:lvl4pPr>
            <a:lvl5pPr marL="4619135" indent="-2884701" algn="l" rtl="0" eaLnBrk="0" fontAlgn="base" hangingPunct="0">
              <a:spcBef>
                <a:spcPct val="0"/>
              </a:spcBef>
              <a:spcAft>
                <a:spcPct val="0"/>
              </a:spcAft>
              <a:defRPr sz="5975" kern="1200">
                <a:solidFill>
                  <a:schemeClr val="tx1"/>
                </a:solidFill>
                <a:latin typeface="Frutiger for ZKB Light"/>
                <a:ea typeface="+mn-ea"/>
                <a:cs typeface="+mn-cs"/>
              </a:defRPr>
            </a:lvl5pPr>
            <a:lvl6pPr marL="2168042" algn="l" defTabSz="867217" rtl="0" eaLnBrk="1" latinLnBrk="0" hangingPunct="1">
              <a:defRPr sz="5975" kern="1200">
                <a:solidFill>
                  <a:schemeClr val="tx1"/>
                </a:solidFill>
                <a:latin typeface="Frutiger for ZKB Light"/>
                <a:ea typeface="+mn-ea"/>
                <a:cs typeface="+mn-cs"/>
              </a:defRPr>
            </a:lvl6pPr>
            <a:lvl7pPr marL="2601651" algn="l" defTabSz="867217" rtl="0" eaLnBrk="1" latinLnBrk="0" hangingPunct="1">
              <a:defRPr sz="5975" kern="1200">
                <a:solidFill>
                  <a:schemeClr val="tx1"/>
                </a:solidFill>
                <a:latin typeface="Frutiger for ZKB Light"/>
                <a:ea typeface="+mn-ea"/>
                <a:cs typeface="+mn-cs"/>
              </a:defRPr>
            </a:lvl7pPr>
            <a:lvl8pPr marL="3035259" algn="l" defTabSz="867217" rtl="0" eaLnBrk="1" latinLnBrk="0" hangingPunct="1">
              <a:defRPr sz="5975" kern="1200">
                <a:solidFill>
                  <a:schemeClr val="tx1"/>
                </a:solidFill>
                <a:latin typeface="Frutiger for ZKB Light"/>
                <a:ea typeface="+mn-ea"/>
                <a:cs typeface="+mn-cs"/>
              </a:defRPr>
            </a:lvl8pPr>
            <a:lvl9pPr marL="3468868" algn="l" defTabSz="867217" rtl="0" eaLnBrk="1" latinLnBrk="0" hangingPunct="1">
              <a:defRPr sz="5975" kern="1200">
                <a:solidFill>
                  <a:schemeClr val="tx1"/>
                </a:solidFill>
                <a:latin typeface="Frutiger for ZKB Light"/>
                <a:ea typeface="+mn-ea"/>
                <a:cs typeface="+mn-cs"/>
              </a:defRPr>
            </a:lvl9pPr>
          </a:lstStyle>
          <a:p>
            <a:pPr>
              <a:spcBef>
                <a:spcPct val="0"/>
              </a:spcBef>
              <a:spcAft>
                <a:spcPct val="0"/>
              </a:spcAft>
            </a:pPr>
            <a:r>
              <a:rPr lang="de-CH" dirty="0"/>
              <a:t>Lorem ipsum dolor sit amet, consetetur | xx. Monat Jahr</a:t>
            </a:r>
            <a:endParaRPr lang="de-CH" altLang="de-DE" dirty="0"/>
          </a:p>
        </p:txBody>
      </p:sp>
      <p:sp>
        <p:nvSpPr>
          <p:cNvPr id="41990" name="Textplatzhalter 8">
            <a:extLst>
              <a:ext uri="{FF2B5EF4-FFF2-40B4-BE49-F238E27FC236}">
                <a16:creationId xmlns:a16="http://schemas.microsoft.com/office/drawing/2014/main" id="{11E79A32-EC8E-DFA3-716A-A7377644120F}"/>
              </a:ext>
            </a:extLst>
          </p:cNvPr>
          <p:cNvSpPr>
            <a:spLocks noGrp="1" noChangeArrowheads="1"/>
          </p:cNvSpPr>
          <p:nvPr>
            <p:ph idx="12"/>
          </p:nvPr>
        </p:nvSpPr>
        <p:spPr>
          <a:xfrm>
            <a:off x="290574" y="2401458"/>
            <a:ext cx="5668421" cy="3890359"/>
          </a:xfrm>
        </p:spPr>
        <p:txBody>
          <a:bodyPr/>
          <a:lstStyle/>
          <a:p>
            <a:pPr defTabSz="269500">
              <a:spcBef>
                <a:spcPct val="0"/>
              </a:spcBef>
              <a:spcAft>
                <a:spcPct val="0"/>
              </a:spcAft>
            </a:pPr>
            <a:r>
              <a:rPr lang="de-CH" altLang="de-DE" dirty="0">
                <a:cs typeface="Aharoni" panose="020F0502020204030204" pitchFamily="2" charset="-79"/>
              </a:rPr>
              <a:t>At vero eos et accusam et justo duo dolores et ea rebum. Stet clita kasd gubergren, no sea takimata sanctus est Lorem ipsum dolor sit amet. At vero eos et accusam et justo duo dolores et ea rebum. Stet clita kasd gubergren, no sea takimata sanctus est Lorem ipsum dolor sit amet. At vero eos et accusam et justo duo dolores et ea rebum. Stet clita kasd gubergren, no sea takimata sanctus est Lorem ipsum dolor sit amet. </a:t>
            </a:r>
          </a:p>
          <a:p>
            <a:pPr defTabSz="269500">
              <a:spcBef>
                <a:spcPct val="0"/>
              </a:spcBef>
              <a:spcAft>
                <a:spcPct val="0"/>
              </a:spcAft>
            </a:pPr>
            <a:r>
              <a:rPr lang="de-CH" altLang="de-DE" dirty="0">
                <a:cs typeface="Aharoni" panose="020F0502020204030204" pitchFamily="2" charset="-79"/>
              </a:rPr>
              <a:t>At vero eos et accusam et justo duo dolores et ea rebum. Stet clita kasd gubergren, no sea takimata sanctus est Lorem ipsum dolor sit amet. At vero eos et accusam et justo duo dolores et ea rebum. Stet clita kasd gubergren, no sea takimata sanctus est Lorem ipsum dolor sit amet. </a:t>
            </a:r>
          </a:p>
          <a:p>
            <a:pPr defTabSz="269500">
              <a:spcBef>
                <a:spcPct val="0"/>
              </a:spcBef>
              <a:spcAft>
                <a:spcPct val="0"/>
              </a:spcAft>
            </a:pPr>
            <a:endParaRPr lang="de-CH" altLang="de-DE" dirty="0">
              <a:cs typeface="Aharoni" panose="020F0502020204030204" pitchFamily="2" charset="-79"/>
            </a:endParaRPr>
          </a:p>
        </p:txBody>
      </p:sp>
      <p:sp>
        <p:nvSpPr>
          <p:cNvPr id="41991" name="Inhaltsplatzhalter 1">
            <a:extLst>
              <a:ext uri="{FF2B5EF4-FFF2-40B4-BE49-F238E27FC236}">
                <a16:creationId xmlns:a16="http://schemas.microsoft.com/office/drawing/2014/main" id="{B04E6AF7-326F-7CDC-B791-40F2CDAB834B}"/>
              </a:ext>
            </a:extLst>
          </p:cNvPr>
          <p:cNvSpPr>
            <a:spLocks noGrp="1" noChangeArrowheads="1"/>
          </p:cNvSpPr>
          <p:nvPr>
            <p:ph sz="quarter" idx="13"/>
          </p:nvPr>
        </p:nvSpPr>
        <p:spPr>
          <a:xfrm>
            <a:off x="6233006" y="2401458"/>
            <a:ext cx="5668422" cy="3890359"/>
          </a:xfrm>
        </p:spPr>
        <p:txBody>
          <a:bodyPr/>
          <a:lstStyle/>
          <a:p>
            <a:pPr defTabSz="269500">
              <a:spcBef>
                <a:spcPct val="0"/>
              </a:spcBef>
              <a:spcAft>
                <a:spcPct val="0"/>
              </a:spcAft>
            </a:pPr>
            <a:r>
              <a:rPr lang="de-CH" altLang="de-DE" dirty="0">
                <a:cs typeface="Aharoni" panose="020F0502020204030204" pitchFamily="2" charset="-79"/>
              </a:rPr>
              <a:t>At vero eos et accusam et justo duo dolores et ea rebum. Stet clita kasd gubergren, no sea takimata sanctus est Lorem ipsum dolor sit amet. At vero eos et accusam et justo duo dolores et ea rebum. Stet clita kasd gubergren, no sea takimata sanctus est Lorem ipsum dolor sit amet. </a:t>
            </a:r>
          </a:p>
          <a:p>
            <a:pPr defTabSz="269500">
              <a:spcBef>
                <a:spcPct val="0"/>
              </a:spcBef>
              <a:spcAft>
                <a:spcPct val="0"/>
              </a:spcAft>
            </a:pPr>
            <a:r>
              <a:rPr lang="de-CH" altLang="de-DE" dirty="0">
                <a:cs typeface="Aharoni" panose="020F0502020204030204" pitchFamily="2" charset="-79"/>
              </a:rPr>
              <a:t>At vero eos et accusam et justo duo dolores et ea rebum. Stet clita kasd gubergren, no sea takimata sanctus est Lorem ipsum dolor sit amet. . At vero eos et accusam et justo duo dolores et ea rebum. Stet clita kasd gubergren, no sea takimata sanctus est Lorem ipsum dolor sit amet. </a:t>
            </a:r>
          </a:p>
          <a:p>
            <a:pPr defTabSz="269500">
              <a:spcBef>
                <a:spcPct val="0"/>
              </a:spcBef>
              <a:spcAft>
                <a:spcPct val="0"/>
              </a:spcAft>
            </a:pPr>
            <a:endParaRPr lang="de-CH" altLang="de-DE" dirty="0">
              <a:cs typeface="Aharoni" panose="020F0502020204030204" pitchFamily="2" charset="-79"/>
            </a:endParaRPr>
          </a:p>
          <a:p>
            <a:pPr defTabSz="269500">
              <a:spcBef>
                <a:spcPct val="0"/>
              </a:spcBef>
              <a:spcAft>
                <a:spcPct val="0"/>
              </a:spcAft>
            </a:pPr>
            <a:endParaRPr lang="de-CH" altLang="de-DE" dirty="0">
              <a:cs typeface="Aharoni" panose="020F0502020204030204" pitchFamily="2" charset="-79"/>
            </a:endParaRPr>
          </a:p>
          <a:p>
            <a:pPr defTabSz="269500">
              <a:spcBef>
                <a:spcPct val="0"/>
              </a:spcBef>
              <a:spcAft>
                <a:spcPct val="0"/>
              </a:spcAft>
            </a:pPr>
            <a:endParaRPr lang="de-CH" altLang="de-DE" dirty="0">
              <a:cs typeface="Aharoni" panose="020F0502020204030204" pitchFamily="2" charset="-79"/>
            </a:endParaRPr>
          </a:p>
          <a:p>
            <a:pPr defTabSz="269500">
              <a:spcBef>
                <a:spcPct val="0"/>
              </a:spcBef>
              <a:spcAft>
                <a:spcPct val="0"/>
              </a:spcAft>
            </a:pPr>
            <a:endParaRPr lang="de-CH" altLang="de-DE" dirty="0">
              <a:cs typeface="Aharoni" panose="020F0502020204030204" pitchFamily="2" charset="-79"/>
            </a:endParaRPr>
          </a:p>
        </p:txBody>
      </p:sp>
      <p:sp>
        <p:nvSpPr>
          <p:cNvPr id="41992" name="Textplatzhalter 2">
            <a:extLst>
              <a:ext uri="{FF2B5EF4-FFF2-40B4-BE49-F238E27FC236}">
                <a16:creationId xmlns:a16="http://schemas.microsoft.com/office/drawing/2014/main" id="{2F352871-3DC1-B07C-D5C9-B01D5F0EC230}"/>
              </a:ext>
            </a:extLst>
          </p:cNvPr>
          <p:cNvSpPr>
            <a:spLocks noGrp="1" noChangeArrowheads="1"/>
          </p:cNvSpPr>
          <p:nvPr>
            <p:ph type="body" sz="quarter" idx="14"/>
          </p:nvPr>
        </p:nvSpPr>
        <p:spPr>
          <a:xfrm>
            <a:off x="290574" y="1788697"/>
            <a:ext cx="5668421" cy="612762"/>
          </a:xfrm>
        </p:spPr>
        <p:txBody>
          <a:bodyPr/>
          <a:lstStyle/>
          <a:p>
            <a:pPr eaLnBrk="1" hangingPunct="1">
              <a:spcBef>
                <a:spcPct val="0"/>
              </a:spcBef>
              <a:spcAft>
                <a:spcPct val="0"/>
              </a:spcAft>
            </a:pPr>
            <a:r>
              <a:rPr lang="de-CH" altLang="de-DE" dirty="0">
                <a:cs typeface="Aharoni" panose="020F0502020204030204" pitchFamily="2" charset="-79"/>
              </a:rPr>
              <a:t>Überschrift</a:t>
            </a:r>
          </a:p>
        </p:txBody>
      </p:sp>
      <p:sp>
        <p:nvSpPr>
          <p:cNvPr id="41993" name="Textplatzhalter 3">
            <a:extLst>
              <a:ext uri="{FF2B5EF4-FFF2-40B4-BE49-F238E27FC236}">
                <a16:creationId xmlns:a16="http://schemas.microsoft.com/office/drawing/2014/main" id="{E981EB7B-9D94-9951-9B7D-2CDC13F35610}"/>
              </a:ext>
            </a:extLst>
          </p:cNvPr>
          <p:cNvSpPr>
            <a:spLocks noGrp="1" noChangeArrowheads="1"/>
          </p:cNvSpPr>
          <p:nvPr>
            <p:ph type="body" sz="quarter" idx="15"/>
          </p:nvPr>
        </p:nvSpPr>
        <p:spPr>
          <a:xfrm>
            <a:off x="6233006" y="1788697"/>
            <a:ext cx="5668422" cy="612762"/>
          </a:xfrm>
        </p:spPr>
        <p:txBody>
          <a:bodyPr/>
          <a:lstStyle/>
          <a:p>
            <a:pPr eaLnBrk="1" hangingPunct="1">
              <a:spcBef>
                <a:spcPct val="0"/>
              </a:spcBef>
              <a:spcAft>
                <a:spcPct val="0"/>
              </a:spcAft>
            </a:pPr>
            <a:r>
              <a:rPr lang="de-CH" altLang="de-DE" dirty="0">
                <a:cs typeface="Aharoni" panose="020F0502020204030204" pitchFamily="2" charset="-79"/>
              </a:rPr>
              <a:t>Überschrift</a:t>
            </a:r>
          </a:p>
        </p:txBody>
      </p:sp>
    </p:spTree>
    <p:extLst>
      <p:ext uri="{BB962C8B-B14F-4D97-AF65-F5344CB8AC3E}">
        <p14:creationId xmlns:p14="http://schemas.microsoft.com/office/powerpoint/2010/main" val="41011285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840</Words>
  <Application>Microsoft Office PowerPoint</Application>
  <PresentationFormat>Widescreen</PresentationFormat>
  <Paragraphs>58</Paragraphs>
  <Slides>6</Slides>
  <Notes>6</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6</vt:i4>
      </vt:variant>
    </vt:vector>
  </HeadingPairs>
  <TitlesOfParts>
    <vt:vector size="13" baseType="lpstr">
      <vt:lpstr>Aharoni</vt:lpstr>
      <vt:lpstr>Aptos</vt:lpstr>
      <vt:lpstr>Aptos Display</vt:lpstr>
      <vt:lpstr>Arial</vt:lpstr>
      <vt:lpstr>Frutiger for ZKB Light</vt:lpstr>
      <vt:lpstr>Office Theme</vt:lpstr>
      <vt:lpstr>think-cell Folie</vt:lpstr>
      <vt:lpstr>Lorem ipsum  dolor sit amet, consetetur</vt:lpstr>
      <vt:lpstr>Agenda</vt:lpstr>
      <vt:lpstr>Text mit Bild links – 2 Spalten</vt:lpstr>
      <vt:lpstr>Text mit Bild rechts – 2 Spalten</vt:lpstr>
      <vt:lpstr>Textboxen – 1 Spalte</vt:lpstr>
      <vt:lpstr>Textboxen – 2 Spalten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Good Jürg</dc:creator>
  <cp:lastModifiedBy>Juerg Good</cp:lastModifiedBy>
  <cp:revision>6</cp:revision>
  <dcterms:created xsi:type="dcterms:W3CDTF">2026-01-11T08:20:26Z</dcterms:created>
  <dcterms:modified xsi:type="dcterms:W3CDTF">2026-01-13T19:03:44Z</dcterms:modified>
</cp:coreProperties>
</file>