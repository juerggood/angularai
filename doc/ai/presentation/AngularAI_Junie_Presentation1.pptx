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Accelerating Full-Stack Development with Junie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**Unified Experience**: Seamless task management across Web and Mobile.</a:t>
            </a:r>
          </a:p>
          <a:p>
            <a:pPr/>
            <a:r>
              <a:t>**Web App**: Modern Angular dashboard using Material Design.</a:t>
            </a:r>
          </a:p>
          <a:p>
            <a:pPr/>
            <a:r>
              <a:t>**Android App**: Native experience built with Jetpack Compose.</a:t>
            </a:r>
          </a:p>
          <a:p>
            <a:pPr/>
            <a:r>
              <a:t>**Features**: Auth, Task Management, User Administration, Profile Settings.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**Client Layer**: Angular (Web) &amp; Jetpack Compose (Android).</a:t>
            </a:r>
          </a:p>
          <a:p>
            <a:pPr/>
            <a:r>
              <a:t>**API Layer**: Spring Boot REST API (Stateless).</a:t>
            </a:r>
          </a:p>
          <a:p>
            <a:pPr/>
            <a:r>
              <a:t>**Persistence**: PostgreSQL (AWS RDS) managed via Flyway.</a:t>
            </a:r>
          </a:p>
          <a:p>
            <a:pPr/>
            <a:r>
              <a:t>**Infrastructure**: Containerized deployment on AWS ECS Fargate.</a:t>
            </a:r>
          </a:p>
          <a:p>
            <a:pPr/>
            <a:r>
              <a:t>**Communication**: HTTPS / REST / Basic Auth.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**Clean Code**: DTO-based communication (fromEntity mapping).</a:t>
            </a:r>
          </a:p>
          <a:p>
            <a:pPr/>
            <a:r>
              <a:t>**Security**: RBAC with Spring Security and BCrypt.</a:t>
            </a:r>
          </a:p>
          <a:p>
            <a:pPr/>
            <a:r>
              <a:t>**Efficiency**: Automated database migrations with Flyway.</a:t>
            </a:r>
          </a:p>
          <a:p>
            <a:pPr/>
            <a:r>
              <a:t>**Junie's Role**: Scaffolding controllers, repositories, and optimizing JPA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**Reactive State**: Angular Signals for fine-grained updates.</a:t>
            </a:r>
          </a:p>
          <a:p>
            <a:pPr/>
            <a:r>
              <a:t>**Standalone Architecture**: Modular, tree-shakable components.</a:t>
            </a:r>
          </a:p>
          <a:p>
            <a:pPr/>
            <a:r>
              <a:t>**UX/UI**: Material 3 (indigo-pink) for a professional look.</a:t>
            </a:r>
          </a:p>
          <a:p>
            <a:pPr/>
            <a:r>
              <a:t>**Junie's Role**: UI scaffolding and Signal-based service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**Declarative UI**: Modern Kotlin-based UI development.</a:t>
            </a:r>
          </a:p>
          <a:p>
            <a:pPr/>
            <a:r>
              <a:t>**Offline First**: Local caching with Room Database.</a:t>
            </a:r>
          </a:p>
          <a:p>
            <a:pPr/>
            <a:r>
              <a:t>**Reactive Flow**: Coroutines and Flow for data sync.</a:t>
            </a:r>
          </a:p>
          <a:p>
            <a:pPr/>
            <a:r>
              <a:t>**Junie's Role**: Translating web requirements to native mobile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Development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**IntelliJ IDEA + Junie**: Full-stack core (Spring Boot &amp; Angular).</a:t>
            </a:r>
          </a:p>
          <a:p>
            <a:pPr/>
            <a:r>
              <a:t>**Android Studio + Gemini**: Native mobile dev in Emulator.</a:t>
            </a:r>
          </a:p>
          <a:p>
            <a:pPr/>
            <a:r>
              <a:t>**Docker on Windows**: Local PostgreSQL persistence.</a:t>
            </a:r>
          </a:p>
          <a:p>
            <a:pPr/>
            <a:r>
              <a:t>**Test Client**: Validating endpoints locally or on AWS cloud.</a:t>
            </a:r>
          </a:p>
          <a:p>
            <a:pPr/>
            <a:r>
              <a:t>**Hot Reloading**: Instant feedback for Web, Mobile, and Backend.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Development with Junie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**Context Awareness**: Multi-language project understanding.</a:t>
            </a:r>
          </a:p>
          <a:p>
            <a:pPr/>
            <a:r>
              <a:t>**Unit Test Generation**: Automated JUnit 5 and Vitest coverage.</a:t>
            </a:r>
          </a:p>
          <a:p>
            <a:pPr/>
            <a:r>
              <a:t>**Command Execution**: Direct terminal interaction for builds/deploys.</a:t>
            </a:r>
          </a:p>
          <a:p>
            <a:pPr/>
            <a:r>
              <a:t>**Productivity**: 40% reduction in repetitive coding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**Problem**: Syncing schema changes between Backend and Mobile.</a:t>
            </a:r>
          </a:p>
          <a:p>
            <a:pPr/>
            <a:r>
              <a:t>**Process**: Modify JPA Entity -&gt; Junie generates Flyway SQL.</a:t>
            </a:r>
          </a:p>
          <a:p>
            <a:pPr/>
            <a:r>
              <a:t>**Sync**: Junie updates Android Room Entity and Migration scripts.</a:t>
            </a:r>
          </a:p>
          <a:p>
            <a:pPr/>
            <a:r>
              <a:t>**Result**: Consistent data state across all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AWS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**Docker**: Identical dev/prod environments via Compose.</a:t>
            </a:r>
          </a:p>
          <a:p>
            <a:pPr/>
            <a:r>
              <a:t>**AWS Fargate**: Serverless container orchestration.</a:t>
            </a:r>
          </a:p>
          <a:p>
            <a:pPr/>
            <a:r>
              <a:t>**CI/CD**: Automated PowerShell scripts for ECR/ECS.</a:t>
            </a:r>
          </a:p>
          <a:p>
            <a:pPr/>
            <a:r>
              <a:t>**Junie's Role**: Infrastructure as Code (Task Definitions) and log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**Speed**: Faster time-to-market for full-stack features.</a:t>
            </a:r>
          </a:p>
          <a:p>
            <a:pPr/>
            <a:r>
              <a:t>**Quality**: Consistent standards and high test coverage.</a:t>
            </a:r>
          </a:p>
          <a:p>
            <a:pPr/>
            <a:r>
              <a:t>**Integration**: Bridging the gap between Web, Mobile, and Backend.</a:t>
            </a:r>
          </a:p>
          <a:p>
            <a:pPr/>
            <a:r>
              <a:t>**Motto**: Build smarter, not harder, with Junie.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Local AI Development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includes cleaned and education-focused diagrams:</a:t>
            </a:r>
          </a:p>
          <a:p/>
          <a:p>
            <a:r>
              <a:t>- architecture_overview.drawio (cleaned)</a:t>
            </a:r>
          </a:p>
          <a:p>
            <a:r>
              <a:t>- local_dev_setup_ai_dev_edu.drawio</a:t>
            </a:r>
          </a:p>
          <a:p/>
          <a:p>
            <a:r>
              <a:t>Open the attached .drawio files in diagrams.net for full visuals.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