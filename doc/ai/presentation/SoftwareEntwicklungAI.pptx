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72" r:id="rId3"/>
    <p:sldId id="273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57" r:id="rId15"/>
  </p:sldIdLst>
  <p:sldSz cx="12855575" cy="723106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 varScale="1">
        <p:scale>
          <a:sx n="95" d="100"/>
          <a:sy n="95" d="100"/>
        </p:scale>
        <p:origin x="678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19" d="100"/>
          <a:sy n="119" d="100"/>
        </p:scale>
        <p:origin x="2432" y="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009C4A2C-4DC2-C325-0F83-D84EC871A9E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57507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 sz="1000">
              <a:latin typeface="Frutiger for ZKB Light" panose="020B0303030504020204" pitchFamily="34" charset="0"/>
            </a:endParaRP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94FBF6A-C9CB-16A2-377B-77A0FFFB3E8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3957507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 sz="1000">
              <a:latin typeface="Frutiger for ZKB Light" panose="020B03030305040202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D4CC4FB-31A4-B4C5-81A6-462E242037D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778680" y="8685213"/>
            <a:ext cx="107932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2E6551-2442-44B9-A6FC-743D70C36B24}" type="slidenum">
              <a:rPr lang="de-CH" sz="1000" smtClean="0">
                <a:latin typeface="Frutiger for ZKB Light" panose="020B0303030504020204" pitchFamily="34" charset="0"/>
              </a:rPr>
              <a:t>‹#›</a:t>
            </a:fld>
            <a:endParaRPr lang="de-CH" sz="1000">
              <a:latin typeface="Frutiger for ZKB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13993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E2B6F937-026C-8C78-EE91-B85F19FC1A8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57507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>
                <a:latin typeface="Frutiger for ZKB Light" panose="020B0303030504020204" pitchFamily="34" charset="0"/>
              </a:defRPr>
            </a:lvl1pPr>
          </a:lstStyle>
          <a:p>
            <a:endParaRPr lang="de-CH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A3036B7-7287-A846-6911-BEDD0CB8DB4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3957507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latin typeface="Frutiger for ZKB Light" panose="020B0303030504020204" pitchFamily="34" charset="0"/>
              </a:defRPr>
            </a:lvl1pPr>
          </a:lstStyle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9F42FB1-835D-8013-144C-601C65EEA8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778680" y="8685213"/>
            <a:ext cx="107932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latin typeface="Frutiger for ZKB Light" panose="020B0303030504020204" pitchFamily="34" charset="0"/>
              </a:defRPr>
            </a:lvl1pPr>
          </a:lstStyle>
          <a:p>
            <a:fld id="{F926B7E9-171C-45AC-A0F7-4241BD86A72E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5" name="Folienbildplatzhalter 4">
            <a:extLst>
              <a:ext uri="{FF2B5EF4-FFF2-40B4-BE49-F238E27FC236}">
                <a16:creationId xmlns:a16="http://schemas.microsoft.com/office/drawing/2014/main" id="{86EFD353-A5CB-5E5A-2356-0CD38F9C13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39660" y="539660"/>
            <a:ext cx="5778680" cy="325050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6" name="Notizenplatzhalter 5">
            <a:extLst>
              <a:ext uri="{FF2B5EF4-FFF2-40B4-BE49-F238E27FC236}">
                <a16:creationId xmlns:a16="http://schemas.microsoft.com/office/drawing/2014/main" id="{62343D5B-4B14-0D52-09B4-389A40CA78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39660" y="4149941"/>
            <a:ext cx="5778680" cy="4454399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lvl="0"/>
            <a:r>
              <a:rPr lang="de-CH" dirty="0"/>
              <a:t>Erste Ebene</a:t>
            </a:r>
          </a:p>
          <a:p>
            <a:pPr lvl="1"/>
            <a:r>
              <a:rPr lang="de-CH" dirty="0"/>
              <a:t>Zweite Ebene</a:t>
            </a:r>
          </a:p>
          <a:p>
            <a:pPr lvl="2"/>
            <a:r>
              <a:rPr lang="de-CH" dirty="0"/>
              <a:t>Dritte Ebene</a:t>
            </a:r>
          </a:p>
          <a:p>
            <a:pPr lvl="3"/>
            <a:r>
              <a:rPr lang="de-CH" dirty="0"/>
              <a:t>Vierte Ebene</a:t>
            </a:r>
          </a:p>
          <a:p>
            <a:pPr lvl="4"/>
            <a:r>
              <a:rPr lang="de-CH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406880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indent="0" algn="l" defTabSz="284221" rtl="0" eaLnBrk="1" latinLnBrk="0" hangingPunct="1">
      <a:lnSpc>
        <a:spcPct val="100000"/>
      </a:lnSpc>
      <a:spcBef>
        <a:spcPts val="0"/>
      </a:spcBef>
      <a:spcAft>
        <a:spcPts val="0"/>
      </a:spcAft>
      <a:buClr>
        <a:srgbClr val="003CB4"/>
      </a:buClr>
      <a:buFont typeface="Frutiger for ZKB Light" panose="020B0303030504020204" pitchFamily="34" charset="0"/>
      <a:buNone/>
      <a:defRPr sz="1100" b="0" kern="1200">
        <a:solidFill>
          <a:srgbClr val="003CB4"/>
        </a:solidFill>
        <a:latin typeface="Frutiger for ZKB Light" panose="020B0303030504020204" pitchFamily="34" charset="0"/>
        <a:ea typeface="+mn-ea"/>
        <a:cs typeface="+mn-cs"/>
      </a:defRPr>
    </a:lvl1pPr>
    <a:lvl2pPr marL="628650" indent="-17145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Clr>
        <a:srgbClr val="003CB4"/>
      </a:buClr>
      <a:buFont typeface="Frutiger for ZKB Light" panose="020B0303030504020204" pitchFamily="34" charset="0"/>
      <a:buChar char="–"/>
      <a:defRPr sz="1100" b="0" kern="1200">
        <a:solidFill>
          <a:srgbClr val="003CB4"/>
        </a:solidFill>
        <a:latin typeface="Frutiger for ZKB Light" panose="020B0303030504020204" pitchFamily="34" charset="0"/>
        <a:ea typeface="+mn-ea"/>
        <a:cs typeface="+mn-cs"/>
      </a:defRPr>
    </a:lvl2pPr>
    <a:lvl3pPr marL="1085850" indent="-17145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Clr>
        <a:srgbClr val="003CB4"/>
      </a:buClr>
      <a:buFont typeface="Frutiger for ZKB Light" panose="020B0303030504020204" pitchFamily="34" charset="0"/>
      <a:buChar char="–"/>
      <a:defRPr sz="1100" b="0" kern="1200">
        <a:solidFill>
          <a:srgbClr val="003CB4"/>
        </a:solidFill>
        <a:latin typeface="Frutiger for ZKB Light" panose="020B0303030504020204" pitchFamily="34" charset="0"/>
        <a:ea typeface="+mn-ea"/>
        <a:cs typeface="+mn-cs"/>
      </a:defRPr>
    </a:lvl3pPr>
    <a:lvl4pPr marL="1543050" indent="-17145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Clr>
        <a:srgbClr val="003CB4"/>
      </a:buClr>
      <a:buFont typeface="Frutiger for ZKB Light" panose="020B0303030504020204" pitchFamily="34" charset="0"/>
      <a:buChar char="–"/>
      <a:defRPr sz="1100" b="0" kern="1200">
        <a:solidFill>
          <a:srgbClr val="003CB4"/>
        </a:solidFill>
        <a:latin typeface="Frutiger for ZKB Light" panose="020B0303030504020204" pitchFamily="34" charset="0"/>
        <a:ea typeface="+mn-ea"/>
        <a:cs typeface="+mn-cs"/>
      </a:defRPr>
    </a:lvl4pPr>
    <a:lvl5pPr marL="2000250" indent="-17145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Clr>
        <a:srgbClr val="003CB4"/>
      </a:buClr>
      <a:buFont typeface="Frutiger for ZKB Light" panose="020B0303030504020204" pitchFamily="34" charset="0"/>
      <a:buChar char="–"/>
      <a:defRPr sz="1100" b="0" kern="1200">
        <a:solidFill>
          <a:srgbClr val="003CB4"/>
        </a:solidFill>
        <a:latin typeface="Frutiger for ZKB Light" panose="020B03030305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39750" y="539750"/>
            <a:ext cx="5778500" cy="3251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Übersicht über den Ablauf der Präsentation. Ziel ist es, erst Kontext und Demo zu zeigen, dann die eingesetzten AI-Werkzeuge zu erklären und zum Schluss Erfahrungen und eine Einordnung zu geben.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7B3DDE-D4F3-48A2-A1E3-A61CF778A29A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39750" y="539750"/>
            <a:ext cx="5778500" cy="3251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Die gleiche Anwendung existiert als Web- und als Android-App. Beide greifen auf dasselbe Backend zu. Das ist wichtig, weil AI-Unterstützung über alle Ebenen hinweg genutzt wurde.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7B3DDE-D4F3-48A2-A1E3-A61CF778A29A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39750" y="539750"/>
            <a:ext cx="5778500" cy="3251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Hier sehen wir die logische Architektur. Mehrere Clients greifen auf eine gemeinsame REST-API zu. Die Persistenz ist produktiv PostgreSQL, lokal wird H2 für Entwicklung und Tests genutzt.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Die Anwendung läuft containerisiert in AWS. Docker ermöglicht reproduzierbare Builds, ECS Fargate reduziert operativen Aufwand. Nach dieser Folie folgt die Live-Demo.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7B3DDE-D4F3-48A2-A1E3-A61CF778A29A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39750" y="539750"/>
            <a:ext cx="5778500" cy="3251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Wir nutzen nicht ein einzelnes Tool, sondern eine Kombination. Junie ist stark in der direkten Code-Arbeit in der IDE, ChatGPT unterstützt eher konzeptionell und bei Reviews.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7B3DDE-D4F3-48A2-A1E3-A61CF778A29A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39750" y="539750"/>
            <a:ext cx="5778500" cy="3251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Wichtig ist ein strukturierter Ablauf. AI arbeitet nicht „magisch“, sondern folgt klaren Vorgaben. Der Entwickler bleibt jederzeit verantwortlich und prüft die Ergebnisse kritisch.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7B3DDE-D4F3-48A2-A1E3-A61CF778A29A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39750" y="539750"/>
            <a:ext cx="5778500" cy="3251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Junie kennt den Projektkontext, Dateien, Abhängigkeiten und Tests. Das macht das Tool besonders effizient für Implementierung, Refactoring und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7B3DDE-D4F3-48A2-A1E3-A61CF778A29A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39750" y="539750"/>
            <a:ext cx="5778500" cy="3251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ChatGPT wird bewusst extern genutzt. Es ist ideal für Reviews, Ideen und Formulierungen, hat aber keinen direkten Zugriff auf den Code. Das reduziert Risiken im Firmenumfeld.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7B3DDE-D4F3-48A2-A1E3-A61CF778A29A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39750" y="539750"/>
            <a:ext cx="5778500" cy="3251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Prompting-Kompetenz bedeutet: AI liefert nur so gute Ergebnisse wie die Aufgabenstellung. Gute Prompts erfordern Domänenwissen, technisches Verständnis und klare Ziele. AI ersetzt kein Know-how – sie verstärkt 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7B3DDE-D4F3-48A2-A1E3-A61CF778A29A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39750" y="539750"/>
            <a:ext cx="5778500" cy="3251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Die Demo zeigt, dass AI heute produktiv eingesetzt werden kann. Entscheidend ist die richtige Kombination von Werkzeugen und die Einbettung in bestehende Entwicklungsprozesse.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Abschliessende Kernbotschaft: AI beschleunigt Entwicklung, verbessert Qualität, ersetzt aber nicht die Verantwortung des Entwicklers.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7B3DDE-D4F3-48A2-A1E3-A61CF778A29A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Hintergrundbild">
            <a:extLst>
              <a:ext uri="{FF2B5EF4-FFF2-40B4-BE49-F238E27FC236}">
                <a16:creationId xmlns:a16="http://schemas.microsoft.com/office/drawing/2014/main" id="{05A4E337-01D8-793C-7820-91871754C011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" r="21"/>
          <a:stretch>
            <a:fillRect/>
          </a:stretch>
        </p:blipFill>
        <p:spPr>
          <a:xfrm>
            <a:off x="0" y="0"/>
            <a:ext cx="12855575" cy="723106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E82F4F4-A685-5154-6C28-62E0D06632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5816" y="1885212"/>
            <a:ext cx="9087875" cy="4749009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6000" b="1" i="0" u="none">
                <a:solidFill>
                  <a:srgbClr val="FFFFFF"/>
                </a:solidFill>
                <a:latin typeface="Frutiger for ZKB Light" panose="020B0303030504020204" pitchFamily="34" charset="0"/>
              </a:defRPr>
            </a:lvl1pPr>
          </a:lstStyle>
          <a:p>
            <a:r>
              <a:rPr lang="de-DE"/>
              <a:t>Titel</a:t>
            </a:r>
            <a:br>
              <a:rPr lang="de-DE"/>
            </a:br>
            <a:r>
              <a:rPr lang="de-DE"/>
              <a:t>(max. dreizeilig)</a:t>
            </a:r>
            <a:endParaRPr lang="de-CH"/>
          </a:p>
        </p:txBody>
      </p:sp>
      <p:sp>
        <p:nvSpPr>
          <p:cNvPr id="5" name="Untertitel 4">
            <a:extLst>
              <a:ext uri="{FF2B5EF4-FFF2-40B4-BE49-F238E27FC236}">
                <a16:creationId xmlns:a16="http://schemas.microsoft.com/office/drawing/2014/main" id="{190ADEE9-108F-FCC7-CDB7-402F9981BECD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305816" y="287819"/>
            <a:ext cx="9087875" cy="245365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u="none">
                <a:solidFill>
                  <a:srgbClr val="FFFFFF"/>
                </a:solidFill>
                <a:latin typeface="Frutiger for ZKB Light" panose="020B0303030504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de-DE"/>
              <a:t>Untertitel</a:t>
            </a:r>
            <a:endParaRPr lang="de-CH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D4643078-AA05-3995-C088-D1BE74324C0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5816" y="554051"/>
            <a:ext cx="9087875" cy="245365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 u="none">
                <a:solidFill>
                  <a:srgbClr val="FFFFFF"/>
                </a:solidFill>
                <a:latin typeface="Frutiger for ZKB Light" panose="020B0303030504020204" pitchFamily="34" charset="0"/>
              </a:defRPr>
            </a:lvl1pPr>
          </a:lstStyle>
          <a:p>
            <a:pPr lvl="0"/>
            <a:r>
              <a:rPr lang="de-DE"/>
              <a:t>Referenz, Abteilung, Datum</a:t>
            </a:r>
            <a:endParaRPr lang="de-CH"/>
          </a:p>
        </p:txBody>
      </p:sp>
      <p:pic>
        <p:nvPicPr>
          <p:cNvPr id="9" name="ZKB_LOGO">
            <a:extLst>
              <a:ext uri="{FF2B5EF4-FFF2-40B4-BE49-F238E27FC236}">
                <a16:creationId xmlns:a16="http://schemas.microsoft.com/office/drawing/2014/main" id="{C46DB979-9073-A0D7-A4D9-CABBCC29585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45829" y="313003"/>
            <a:ext cx="2003938" cy="468104"/>
          </a:xfrm>
          <a:prstGeom prst="rect">
            <a:avLst/>
          </a:prstGeom>
        </p:spPr>
      </p:pic>
      <p:sp>
        <p:nvSpPr>
          <p:cNvPr id="16" name="Hilfetext">
            <a:extLst>
              <a:ext uri="{FF2B5EF4-FFF2-40B4-BE49-F238E27FC236}">
                <a16:creationId xmlns:a16="http://schemas.microsoft.com/office/drawing/2014/main" id="{524AFC0C-C71C-0619-51D7-6F13C50C102D}"/>
              </a:ext>
            </a:extLst>
          </p:cNvPr>
          <p:cNvSpPr/>
          <p:nvPr userDrawn="1"/>
        </p:nvSpPr>
        <p:spPr>
          <a:xfrm>
            <a:off x="9461500" y="1384300"/>
            <a:ext cx="3225800" cy="179070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algn="l"/>
            <a:r>
              <a:rPr lang="de-CH" sz="1600" b="1" i="0" u="none">
                <a:solidFill>
                  <a:srgbClr val="FFFFFF"/>
                </a:solidFill>
                <a:latin typeface="Frutiger for ZKB Light" panose="020B0303030504020204" pitchFamily="34" charset="0"/>
              </a:rPr>
              <a:t>Bild Titelfolie ändern</a:t>
            </a:r>
            <a:br>
              <a:rPr lang="de-CH" sz="1600" b="1" i="0" u="none">
                <a:solidFill>
                  <a:srgbClr val="FFFFFF"/>
                </a:solidFill>
                <a:latin typeface="Frutiger for ZKB Light" panose="020B0303030504020204" pitchFamily="34" charset="0"/>
              </a:rPr>
            </a:br>
            <a:r>
              <a:rPr lang="de-CH" sz="1600" b="1" i="0" u="none">
                <a:solidFill>
                  <a:srgbClr val="FFFFFF"/>
                </a:solidFill>
                <a:latin typeface="Frutiger for ZKB Light" panose="020B0303030504020204" pitchFamily="34" charset="0"/>
              </a:rPr>
              <a:t>über die ZKB-Lasche</a:t>
            </a:r>
            <a:br>
              <a:rPr lang="de-CH" sz="1600" b="1" i="0" u="none">
                <a:solidFill>
                  <a:srgbClr val="FFFFFF"/>
                </a:solidFill>
                <a:latin typeface="Frutiger for ZKB Light" panose="020B0303030504020204" pitchFamily="34" charset="0"/>
              </a:rPr>
            </a:br>
            <a:br>
              <a:rPr lang="de-CH" sz="1600" b="1" i="0" u="none">
                <a:solidFill>
                  <a:srgbClr val="FFFFFF"/>
                </a:solidFill>
                <a:latin typeface="Frutiger for ZKB Light" panose="020B0303030504020204" pitchFamily="34" charset="0"/>
              </a:rPr>
            </a:br>
            <a:r>
              <a:rPr lang="de-CH" sz="1600" b="1" i="0" u="none">
                <a:solidFill>
                  <a:srgbClr val="FFFFFF"/>
                </a:solidFill>
                <a:latin typeface="Frutiger for ZKB Light" panose="020B0303030504020204" pitchFamily="34" charset="0"/>
              </a:rPr>
              <a:t>Button: Bild Titelfolie</a:t>
            </a:r>
          </a:p>
        </p:txBody>
      </p:sp>
      <p:grpSp>
        <p:nvGrpSpPr>
          <p:cNvPr id="20" name="StempelA" hidden="1">
            <a:extLst>
              <a:ext uri="{FF2B5EF4-FFF2-40B4-BE49-F238E27FC236}">
                <a16:creationId xmlns:a16="http://schemas.microsoft.com/office/drawing/2014/main" id="{162B637B-7341-A4B2-E369-FFE7AA0C6825}"/>
              </a:ext>
            </a:extLst>
          </p:cNvPr>
          <p:cNvGrpSpPr/>
          <p:nvPr userDrawn="1"/>
        </p:nvGrpSpPr>
        <p:grpSpPr>
          <a:xfrm>
            <a:off x="11995120" y="6341833"/>
            <a:ext cx="554639" cy="292388"/>
            <a:chOff x="1270000" y="1270000"/>
            <a:chExt cx="554639" cy="292388"/>
          </a:xfrm>
        </p:grpSpPr>
        <p:sp>
          <p:nvSpPr>
            <p:cNvPr id="17" name="Textfeld 16" hidden="1">
              <a:extLst>
                <a:ext uri="{FF2B5EF4-FFF2-40B4-BE49-F238E27FC236}">
                  <a16:creationId xmlns:a16="http://schemas.microsoft.com/office/drawing/2014/main" id="{14F8BC3D-6F36-C240-A449-E16EE5E40F8B}"/>
                </a:ext>
              </a:extLst>
            </p:cNvPr>
            <p:cNvSpPr txBox="1"/>
            <p:nvPr userDrawn="1"/>
          </p:nvSpPr>
          <p:spPr>
            <a:xfrm>
              <a:off x="1270000" y="1270000"/>
              <a:ext cx="554639" cy="292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88900" tIns="38100" rIns="76200" bIns="38100" rtlCol="0" anchor="t" anchorCtr="0">
              <a:noAutofit/>
            </a:bodyPr>
            <a:lstStyle/>
            <a:p>
              <a:pPr marL="0" indent="-285750" algn="l" defTabSz="284221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CB4"/>
                </a:buClr>
                <a:buFont typeface="Frutiger for ZKB Light" panose="020B0303030504020204" pitchFamily="34" charset="0"/>
                <a:buNone/>
              </a:pPr>
              <a:r>
                <a:rPr lang="de-CH" sz="1400" b="0" i="0" u="none">
                  <a:solidFill>
                    <a:srgbClr val="003CB4"/>
                  </a:solidFill>
                  <a:latin typeface="Frutiger for ZKB Light" panose="020B0303030504020204" pitchFamily="34" charset="0"/>
                </a:rPr>
                <a:t>Draft</a:t>
              </a:r>
            </a:p>
          </p:txBody>
        </p:sp>
        <p:cxnSp>
          <p:nvCxnSpPr>
            <p:cNvPr id="18" name="Gerader Verbinder 17" hidden="1">
              <a:extLst>
                <a:ext uri="{FF2B5EF4-FFF2-40B4-BE49-F238E27FC236}">
                  <a16:creationId xmlns:a16="http://schemas.microsoft.com/office/drawing/2014/main" id="{D5102795-ADD0-D5BA-8D5D-3723D4A9E1BD}"/>
                </a:ext>
              </a:extLst>
            </p:cNvPr>
            <p:cNvCxnSpPr/>
            <p:nvPr userDrawn="1"/>
          </p:nvCxnSpPr>
          <p:spPr>
            <a:xfrm>
              <a:off x="1270000" y="1270000"/>
              <a:ext cx="554639" cy="0"/>
            </a:xfrm>
            <a:prstGeom prst="line">
              <a:avLst/>
            </a:prstGeom>
            <a:ln w="6350" cap="flat" cmpd="sng" algn="ctr">
              <a:solidFill>
                <a:srgbClr val="003CB4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r Verbinder 18" hidden="1">
              <a:extLst>
                <a:ext uri="{FF2B5EF4-FFF2-40B4-BE49-F238E27FC236}">
                  <a16:creationId xmlns:a16="http://schemas.microsoft.com/office/drawing/2014/main" id="{6359C7CD-3412-339C-5EF5-854FA8E64FFF}"/>
                </a:ext>
              </a:extLst>
            </p:cNvPr>
            <p:cNvCxnSpPr/>
            <p:nvPr userDrawn="1"/>
          </p:nvCxnSpPr>
          <p:spPr>
            <a:xfrm>
              <a:off x="1270000" y="1562388"/>
              <a:ext cx="554639" cy="0"/>
            </a:xfrm>
            <a:prstGeom prst="line">
              <a:avLst/>
            </a:prstGeom>
            <a:ln w="6350" cap="flat" cmpd="sng" algn="ctr">
              <a:solidFill>
                <a:srgbClr val="003CB4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59247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elfolie wei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A8159181-AEE3-70C6-0910-84442AB50C1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77521" y="1885212"/>
            <a:ext cx="5972238" cy="4749009"/>
          </a:xfrm>
          <a:prstGeom prst="rect">
            <a:avLst/>
          </a:prstGeom>
        </p:spPr>
        <p:txBody>
          <a:bodyPr wrap="square" lIns="0" tIns="0" rIns="0" bIns="0" anchor="ctr" anchorCtr="1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</a:lstStyle>
          <a:p>
            <a:r>
              <a:rPr lang="de-CH"/>
              <a:t>Optionaler Platzhalter für Illustration</a:t>
            </a:r>
            <a:br>
              <a:rPr lang="de-CH"/>
            </a:br>
            <a:r>
              <a:rPr lang="de-CH"/>
              <a:t>(kein Foto / kein Piktogramm)</a:t>
            </a:r>
            <a:br>
              <a:rPr lang="de-CH"/>
            </a:br>
            <a:br>
              <a:rPr lang="de-CH"/>
            </a:br>
            <a:br>
              <a:rPr lang="de-CH"/>
            </a:br>
            <a:br>
              <a:rPr lang="de-CH"/>
            </a:br>
            <a:br>
              <a:rPr lang="de-CH"/>
            </a:br>
            <a:br>
              <a:rPr lang="de-CH"/>
            </a:br>
            <a:endParaRPr lang="de-CH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FBB16F9-A8A9-3E59-F4B7-B6A7FE6CB4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5816" y="1885212"/>
            <a:ext cx="9087875" cy="4749009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6000" b="1" i="0" u="none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</a:lstStyle>
          <a:p>
            <a:r>
              <a:rPr lang="de-DE"/>
              <a:t>Titel</a:t>
            </a:r>
            <a:br>
              <a:rPr lang="de-DE"/>
            </a:br>
            <a:r>
              <a:rPr lang="de-DE"/>
              <a:t>(max. dreizeilig)</a:t>
            </a:r>
            <a:endParaRPr lang="de-CH"/>
          </a:p>
        </p:txBody>
      </p:sp>
      <p:sp>
        <p:nvSpPr>
          <p:cNvPr id="5" name="Untertitel 4">
            <a:extLst>
              <a:ext uri="{FF2B5EF4-FFF2-40B4-BE49-F238E27FC236}">
                <a16:creationId xmlns:a16="http://schemas.microsoft.com/office/drawing/2014/main" id="{30067CE4-1030-38E8-3B7F-EB5277E9B509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305816" y="287819"/>
            <a:ext cx="9087875" cy="245365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u="none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de-DE"/>
              <a:t>Untertitel</a:t>
            </a:r>
            <a:endParaRPr lang="de-CH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86F36016-F72D-75D3-4A67-44A2F29409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5816" y="554051"/>
            <a:ext cx="9087875" cy="245365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 u="none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</a:lstStyle>
          <a:p>
            <a:pPr lvl="0"/>
            <a:r>
              <a:rPr lang="de-DE"/>
              <a:t>Referenz, Abteilung, Datum</a:t>
            </a:r>
            <a:endParaRPr lang="de-CH"/>
          </a:p>
        </p:txBody>
      </p:sp>
      <p:pic>
        <p:nvPicPr>
          <p:cNvPr id="4" name="ZKB_LOGO">
            <a:extLst>
              <a:ext uri="{FF2B5EF4-FFF2-40B4-BE49-F238E27FC236}">
                <a16:creationId xmlns:a16="http://schemas.microsoft.com/office/drawing/2014/main" id="{6B6B171E-606A-F385-343E-59EEFCB5B1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45829" y="313003"/>
            <a:ext cx="2003938" cy="468766"/>
          </a:xfrm>
          <a:prstGeom prst="rect">
            <a:avLst/>
          </a:prstGeom>
        </p:spPr>
      </p:pic>
      <p:grpSp>
        <p:nvGrpSpPr>
          <p:cNvPr id="16" name="StempelA" hidden="1">
            <a:extLst>
              <a:ext uri="{FF2B5EF4-FFF2-40B4-BE49-F238E27FC236}">
                <a16:creationId xmlns:a16="http://schemas.microsoft.com/office/drawing/2014/main" id="{9E17E471-9FE1-8700-3F83-706CE9D2D45E}"/>
              </a:ext>
            </a:extLst>
          </p:cNvPr>
          <p:cNvGrpSpPr/>
          <p:nvPr userDrawn="1"/>
        </p:nvGrpSpPr>
        <p:grpSpPr>
          <a:xfrm>
            <a:off x="11995120" y="6341833"/>
            <a:ext cx="554639" cy="292388"/>
            <a:chOff x="1270000" y="1270000"/>
            <a:chExt cx="554639" cy="292388"/>
          </a:xfrm>
        </p:grpSpPr>
        <p:sp>
          <p:nvSpPr>
            <p:cNvPr id="8" name="Textfeld 7" hidden="1">
              <a:extLst>
                <a:ext uri="{FF2B5EF4-FFF2-40B4-BE49-F238E27FC236}">
                  <a16:creationId xmlns:a16="http://schemas.microsoft.com/office/drawing/2014/main" id="{2C57E27A-963F-1C20-980A-67C4C63C215F}"/>
                </a:ext>
              </a:extLst>
            </p:cNvPr>
            <p:cNvSpPr txBox="1"/>
            <p:nvPr userDrawn="1"/>
          </p:nvSpPr>
          <p:spPr>
            <a:xfrm>
              <a:off x="1270000" y="1270000"/>
              <a:ext cx="554639" cy="292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88900" tIns="38100" rIns="76200" bIns="38100" rtlCol="0" anchor="t" anchorCtr="0">
              <a:noAutofit/>
            </a:bodyPr>
            <a:lstStyle/>
            <a:p>
              <a:pPr marL="0" indent="-285750" algn="l" defTabSz="284221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CB4"/>
                </a:buClr>
                <a:buFont typeface="Frutiger for ZKB Light" panose="020B0303030504020204" pitchFamily="34" charset="0"/>
                <a:buNone/>
              </a:pPr>
              <a:r>
                <a:rPr lang="de-CH" sz="1400" b="0" i="0" u="none">
                  <a:solidFill>
                    <a:srgbClr val="003CB4"/>
                  </a:solidFill>
                  <a:latin typeface="Frutiger for ZKB Light" panose="020B0303030504020204" pitchFamily="34" charset="0"/>
                </a:rPr>
                <a:t>Draft</a:t>
              </a:r>
            </a:p>
          </p:txBody>
        </p:sp>
        <p:cxnSp>
          <p:nvCxnSpPr>
            <p:cNvPr id="14" name="Gerader Verbinder 13" hidden="1">
              <a:extLst>
                <a:ext uri="{FF2B5EF4-FFF2-40B4-BE49-F238E27FC236}">
                  <a16:creationId xmlns:a16="http://schemas.microsoft.com/office/drawing/2014/main" id="{094379EE-74C3-D493-6E2D-53CE700E6CD1}"/>
                </a:ext>
              </a:extLst>
            </p:cNvPr>
            <p:cNvCxnSpPr/>
            <p:nvPr userDrawn="1"/>
          </p:nvCxnSpPr>
          <p:spPr>
            <a:xfrm>
              <a:off x="1270000" y="1270000"/>
              <a:ext cx="554639" cy="0"/>
            </a:xfrm>
            <a:prstGeom prst="line">
              <a:avLst/>
            </a:prstGeom>
            <a:ln w="6350" cap="flat" cmpd="sng" algn="ctr">
              <a:solidFill>
                <a:srgbClr val="003CB4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Gerader Verbinder 14" hidden="1">
              <a:extLst>
                <a:ext uri="{FF2B5EF4-FFF2-40B4-BE49-F238E27FC236}">
                  <a16:creationId xmlns:a16="http://schemas.microsoft.com/office/drawing/2014/main" id="{F89B186E-9A64-2AF7-4969-50AEE650A7E7}"/>
                </a:ext>
              </a:extLst>
            </p:cNvPr>
            <p:cNvCxnSpPr/>
            <p:nvPr userDrawn="1"/>
          </p:nvCxnSpPr>
          <p:spPr>
            <a:xfrm>
              <a:off x="1270000" y="1562388"/>
              <a:ext cx="554639" cy="0"/>
            </a:xfrm>
            <a:prstGeom prst="line">
              <a:avLst/>
            </a:prstGeom>
            <a:ln w="6350" cap="flat" cmpd="sng" algn="ctr">
              <a:solidFill>
                <a:srgbClr val="003CB4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04194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elfolie blau">
    <p:bg>
      <p:bgPr>
        <a:solidFill>
          <a:srgbClr val="003CB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046E4482-903A-457F-7330-D1745E8D71E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77521" y="1885212"/>
            <a:ext cx="5972238" cy="4749009"/>
          </a:xfrm>
          <a:prstGeom prst="rect">
            <a:avLst/>
          </a:prstGeom>
        </p:spPr>
        <p:txBody>
          <a:bodyPr wrap="square" lIns="0" tIns="0" rIns="0" bIns="0" anchor="ctr" anchorCtr="1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Frutiger for ZKB Light" panose="020B0303030504020204" pitchFamily="34" charset="0"/>
              </a:defRPr>
            </a:lvl1pPr>
          </a:lstStyle>
          <a:p>
            <a:r>
              <a:rPr lang="de-CH"/>
              <a:t>Optionaler Platzhalter für Illustration</a:t>
            </a:r>
            <a:br>
              <a:rPr lang="de-CH"/>
            </a:br>
            <a:r>
              <a:rPr lang="de-CH"/>
              <a:t>(kein Foto / kein Piktogramm)</a:t>
            </a:r>
            <a:br>
              <a:rPr lang="de-CH"/>
            </a:br>
            <a:br>
              <a:rPr lang="de-CH"/>
            </a:br>
            <a:br>
              <a:rPr lang="de-CH"/>
            </a:br>
            <a:br>
              <a:rPr lang="de-CH"/>
            </a:br>
            <a:br>
              <a:rPr lang="de-CH"/>
            </a:br>
            <a:br>
              <a:rPr lang="de-CH"/>
            </a:br>
            <a:endParaRPr lang="de-CH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594E0C8-A4B2-08D7-5519-5825EDB63A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5816" y="1885212"/>
            <a:ext cx="9087875" cy="4749009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6000" b="1" i="0" u="none">
                <a:solidFill>
                  <a:srgbClr val="FFFFFF"/>
                </a:solidFill>
                <a:latin typeface="Frutiger for ZKB Light" panose="020B0303030504020204" pitchFamily="34" charset="0"/>
              </a:defRPr>
            </a:lvl1pPr>
          </a:lstStyle>
          <a:p>
            <a:r>
              <a:rPr lang="de-DE"/>
              <a:t>Titel</a:t>
            </a:r>
            <a:br>
              <a:rPr lang="de-DE"/>
            </a:br>
            <a:r>
              <a:rPr lang="de-DE"/>
              <a:t>(max. dreizeilig)</a:t>
            </a:r>
            <a:endParaRPr lang="de-CH"/>
          </a:p>
        </p:txBody>
      </p:sp>
      <p:sp>
        <p:nvSpPr>
          <p:cNvPr id="5" name="Untertitel 4">
            <a:extLst>
              <a:ext uri="{FF2B5EF4-FFF2-40B4-BE49-F238E27FC236}">
                <a16:creationId xmlns:a16="http://schemas.microsoft.com/office/drawing/2014/main" id="{056345E9-A0F2-5BD2-CB46-722DA79FFFF9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305816" y="287819"/>
            <a:ext cx="9087875" cy="245365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u="none">
                <a:solidFill>
                  <a:srgbClr val="FFFFFF"/>
                </a:solidFill>
                <a:latin typeface="Frutiger for ZKB Light" panose="020B0303030504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de-DE"/>
              <a:t>Untertitel</a:t>
            </a:r>
            <a:endParaRPr lang="de-CH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B31EA020-0CB7-9A0B-0ADE-03987762408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5816" y="554051"/>
            <a:ext cx="9087875" cy="245365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 u="none">
                <a:solidFill>
                  <a:srgbClr val="FFFFFF"/>
                </a:solidFill>
                <a:latin typeface="Frutiger for ZKB Light" panose="020B0303030504020204" pitchFamily="34" charset="0"/>
              </a:defRPr>
            </a:lvl1pPr>
          </a:lstStyle>
          <a:p>
            <a:pPr lvl="0"/>
            <a:r>
              <a:rPr lang="de-DE"/>
              <a:t>Referenz, Abteilung, Datum</a:t>
            </a:r>
            <a:endParaRPr lang="de-CH"/>
          </a:p>
        </p:txBody>
      </p:sp>
      <p:pic>
        <p:nvPicPr>
          <p:cNvPr id="4" name="ZKB_LOGO">
            <a:extLst>
              <a:ext uri="{FF2B5EF4-FFF2-40B4-BE49-F238E27FC236}">
                <a16:creationId xmlns:a16="http://schemas.microsoft.com/office/drawing/2014/main" id="{0E12BCE5-0AF9-8638-7515-0902A92960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45829" y="313003"/>
            <a:ext cx="2003938" cy="468104"/>
          </a:xfrm>
          <a:prstGeom prst="rect">
            <a:avLst/>
          </a:prstGeom>
        </p:spPr>
      </p:pic>
      <p:grpSp>
        <p:nvGrpSpPr>
          <p:cNvPr id="16" name="StempelA" hidden="1">
            <a:extLst>
              <a:ext uri="{FF2B5EF4-FFF2-40B4-BE49-F238E27FC236}">
                <a16:creationId xmlns:a16="http://schemas.microsoft.com/office/drawing/2014/main" id="{769ED7EB-2658-6BD3-88B7-F68628615970}"/>
              </a:ext>
            </a:extLst>
          </p:cNvPr>
          <p:cNvGrpSpPr/>
          <p:nvPr userDrawn="1"/>
        </p:nvGrpSpPr>
        <p:grpSpPr>
          <a:xfrm>
            <a:off x="11995120" y="6341833"/>
            <a:ext cx="554639" cy="292388"/>
            <a:chOff x="1270000" y="1270000"/>
            <a:chExt cx="554639" cy="292388"/>
          </a:xfrm>
        </p:grpSpPr>
        <p:sp>
          <p:nvSpPr>
            <p:cNvPr id="8" name="Textfeld 7" hidden="1">
              <a:extLst>
                <a:ext uri="{FF2B5EF4-FFF2-40B4-BE49-F238E27FC236}">
                  <a16:creationId xmlns:a16="http://schemas.microsoft.com/office/drawing/2014/main" id="{E749F8DB-38D2-8768-51FC-90A9A5F60300}"/>
                </a:ext>
              </a:extLst>
            </p:cNvPr>
            <p:cNvSpPr txBox="1"/>
            <p:nvPr userDrawn="1"/>
          </p:nvSpPr>
          <p:spPr>
            <a:xfrm>
              <a:off x="1270000" y="1270000"/>
              <a:ext cx="554639" cy="292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88900" tIns="38100" rIns="76200" bIns="38100" rtlCol="0" anchor="t" anchorCtr="0">
              <a:noAutofit/>
            </a:bodyPr>
            <a:lstStyle/>
            <a:p>
              <a:pPr marL="0" indent="-285750" algn="l" defTabSz="284221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CB4"/>
                </a:buClr>
                <a:buFont typeface="Frutiger for ZKB Light" panose="020B0303030504020204" pitchFamily="34" charset="0"/>
                <a:buNone/>
              </a:pPr>
              <a:r>
                <a:rPr lang="de-CH" sz="1400" b="0" i="0" u="none">
                  <a:solidFill>
                    <a:srgbClr val="FFFFFF"/>
                  </a:solidFill>
                  <a:latin typeface="Frutiger for ZKB Light" panose="020B0303030504020204" pitchFamily="34" charset="0"/>
                </a:rPr>
                <a:t>Draft</a:t>
              </a:r>
            </a:p>
          </p:txBody>
        </p:sp>
        <p:cxnSp>
          <p:nvCxnSpPr>
            <p:cNvPr id="14" name="Gerader Verbinder 13" hidden="1">
              <a:extLst>
                <a:ext uri="{FF2B5EF4-FFF2-40B4-BE49-F238E27FC236}">
                  <a16:creationId xmlns:a16="http://schemas.microsoft.com/office/drawing/2014/main" id="{9C468C6E-D03A-4305-BF3D-5ED4129549BC}"/>
                </a:ext>
              </a:extLst>
            </p:cNvPr>
            <p:cNvCxnSpPr/>
            <p:nvPr userDrawn="1"/>
          </p:nvCxnSpPr>
          <p:spPr>
            <a:xfrm>
              <a:off x="1270000" y="1270000"/>
              <a:ext cx="554639" cy="0"/>
            </a:xfrm>
            <a:prstGeom prst="line">
              <a:avLst/>
            </a:prstGeom>
            <a:ln w="635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Gerader Verbinder 14" hidden="1">
              <a:extLst>
                <a:ext uri="{FF2B5EF4-FFF2-40B4-BE49-F238E27FC236}">
                  <a16:creationId xmlns:a16="http://schemas.microsoft.com/office/drawing/2014/main" id="{1EC45F22-4A4F-8987-8C38-A63F437703F5}"/>
                </a:ext>
              </a:extLst>
            </p:cNvPr>
            <p:cNvCxnSpPr/>
            <p:nvPr userDrawn="1"/>
          </p:nvCxnSpPr>
          <p:spPr>
            <a:xfrm>
              <a:off x="1270000" y="1562388"/>
              <a:ext cx="554639" cy="0"/>
            </a:xfrm>
            <a:prstGeom prst="line">
              <a:avLst/>
            </a:prstGeom>
            <a:ln w="6350" cap="flat" cmpd="sng" algn="ctr">
              <a:solidFill>
                <a:srgbClr val="FFFFFF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25367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A2FB8A-4D2B-D2C0-A3C7-76977B912E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5816" y="287819"/>
            <a:ext cx="10181590" cy="86345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</a:lstStyle>
          <a:p>
            <a:r>
              <a:rPr lang="de-DE"/>
              <a:t>Agenda</a:t>
            </a:r>
            <a:endParaRPr lang="de-CH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4136774-780F-EC44-1B46-C52C58C65A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05816" y="6799718"/>
            <a:ext cx="305807" cy="190680"/>
          </a:xfrm>
          <a:prstGeom prst="rect">
            <a:avLst/>
          </a:prstGeom>
        </p:spPr>
        <p:txBody>
          <a:bodyPr wrap="none" lIns="0" tIns="0" rIns="0" bIns="0"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</a:lstStyle>
          <a:p>
            <a:fld id="{B17358CC-FC4C-4F33-A65B-6705619EE137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A0E4917-C62D-DCF7-F9FF-C1F2CA428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1623" y="6799718"/>
            <a:ext cx="9875782" cy="190680"/>
          </a:xfrm>
          <a:prstGeom prst="rect">
            <a:avLst/>
          </a:prstGeom>
        </p:spPr>
        <p:txBody>
          <a:bodyPr wrap="none" lIns="0" tIns="0" rIns="0" bIns="0"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</a:lstStyle>
          <a:p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E6C4745-6BC0-1664-4518-7F3F3DD639FF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305816" y="1885212"/>
            <a:ext cx="10181590" cy="4749009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28422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003CB4"/>
                </a:solidFill>
                <a:latin typeface="Frutiger for ZKB Light" panose="020B0303030504020204" pitchFamily="34" charset="0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003CB4"/>
                </a:solidFill>
                <a:latin typeface="Frutiger for ZKB Light" panose="020B0303030504020204" pitchFamily="34" charset="0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003CB4"/>
                </a:solidFill>
                <a:latin typeface="Frutiger for ZKB Light" panose="020B0303030504020204" pitchFamily="34" charset="0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003CB4"/>
                </a:solidFill>
                <a:latin typeface="Frutiger for ZKB Light" panose="020B0303030504020204" pitchFamily="34" charset="0"/>
              </a:defRPr>
            </a:lvl5pPr>
          </a:lstStyle>
          <a:p>
            <a:pPr lvl="0"/>
            <a:r>
              <a:rPr lang="de-CH"/>
              <a:t>Agendapunkt</a:t>
            </a:r>
          </a:p>
        </p:txBody>
      </p:sp>
    </p:spTree>
    <p:extLst>
      <p:ext uri="{BB962C8B-B14F-4D97-AF65-F5344CB8AC3E}">
        <p14:creationId xmlns:p14="http://schemas.microsoft.com/office/powerpoint/2010/main" val="3586546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Kapiteltrenn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E173EC-52CC-EB69-35CB-4CDCF92045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5816" y="1885212"/>
            <a:ext cx="10181590" cy="4749009"/>
          </a:xfrm>
          <a:prstGeom prst="rect">
            <a:avLst/>
          </a:prstGeom>
        </p:spPr>
        <p:txBody>
          <a:bodyPr/>
          <a:lstStyle>
            <a:lvl1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800" b="1" i="0" u="none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</a:lstStyle>
          <a:p>
            <a:r>
              <a:rPr lang="de-DE"/>
              <a:t>Kapiteltrennfolie (max. dreizeilig)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44993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Kapiteltrennfolie blau">
    <p:bg>
      <p:bgPr>
        <a:solidFill>
          <a:srgbClr val="003CB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5CD03C-7530-FF09-14A4-05F8DD0352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5816" y="1885212"/>
            <a:ext cx="10181590" cy="4749009"/>
          </a:xfrm>
          <a:prstGeom prst="rect">
            <a:avLst/>
          </a:prstGeom>
        </p:spPr>
        <p:txBody>
          <a:bodyPr/>
          <a:lstStyle>
            <a:lvl1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800" b="1" i="0" u="none">
                <a:solidFill>
                  <a:srgbClr val="FFFFFF"/>
                </a:solidFill>
                <a:latin typeface="Frutiger for ZKB Light" panose="020B0303030504020204" pitchFamily="34" charset="0"/>
              </a:defRPr>
            </a:lvl1pPr>
          </a:lstStyle>
          <a:p>
            <a:r>
              <a:rPr lang="de-DE"/>
              <a:t>Kapiteltrennfolie (max. dreizeilig)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06561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8678C3-B720-9787-3CFE-8D904AE2AF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5816" y="287819"/>
            <a:ext cx="10181590" cy="86345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</a:lstStyle>
          <a:p>
            <a:r>
              <a:rPr lang="de-DE"/>
              <a:t>Titel (max. zweizeilig)</a:t>
            </a:r>
            <a:endParaRPr lang="de-CH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4DE832A-67FA-0380-08D5-C78FCBD59B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05816" y="6799718"/>
            <a:ext cx="305807" cy="190680"/>
          </a:xfrm>
          <a:prstGeom prst="rect">
            <a:avLst/>
          </a:prstGeom>
        </p:spPr>
        <p:txBody>
          <a:bodyPr wrap="none" lIns="0" tIns="0" rIns="0" bIns="0"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</a:lstStyle>
          <a:p>
            <a:fld id="{B17358CC-FC4C-4F33-A65B-6705619EE137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F5CECF8-05F8-0F6D-A08C-F7688F096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1623" y="6799718"/>
            <a:ext cx="9875782" cy="190680"/>
          </a:xfrm>
          <a:prstGeom prst="rect">
            <a:avLst/>
          </a:prstGeom>
        </p:spPr>
        <p:txBody>
          <a:bodyPr wrap="none" lIns="0" tIns="0" rIns="0" bIns="0"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</a:lstStyle>
          <a:p>
            <a:endParaRPr lang="de-CH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620B826-76E4-4328-B4B1-4A22471122C8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76168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C068FE-846C-05F5-BE04-198ACA4918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5816" y="287819"/>
            <a:ext cx="10181590" cy="86345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</a:lstStyle>
          <a:p>
            <a:r>
              <a:rPr lang="de-DE"/>
              <a:t>Titel (max. zweizeilig)</a:t>
            </a:r>
            <a:endParaRPr lang="de-CH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E24D924-47F9-1F6E-6E86-4D20BACAC6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05816" y="6799718"/>
            <a:ext cx="305807" cy="190680"/>
          </a:xfrm>
          <a:prstGeom prst="rect">
            <a:avLst/>
          </a:prstGeom>
        </p:spPr>
        <p:txBody>
          <a:bodyPr wrap="none" lIns="0" tIns="0" rIns="0" bIns="0"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</a:lstStyle>
          <a:p>
            <a:fld id="{B17358CC-FC4C-4F33-A65B-6705619EE137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4614C06-448A-740D-A809-9BB0D1567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1623" y="6799718"/>
            <a:ext cx="9875782" cy="190680"/>
          </a:xfrm>
          <a:prstGeom prst="rect">
            <a:avLst/>
          </a:prstGeom>
        </p:spPr>
        <p:txBody>
          <a:bodyPr wrap="none" lIns="0" tIns="0" rIns="0" bIns="0"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</a:lstStyle>
          <a:p>
            <a:endParaRPr lang="de-CH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D90B8F26-2B16-52BB-13BB-6DC43FFD1F2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305816" y="1885212"/>
            <a:ext cx="5978062" cy="4749009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28422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3CB4"/>
                </a:solidFill>
                <a:latin typeface="Frutiger for ZKB Light" panose="020B0303030504020204" pitchFamily="34" charset="0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3CB4"/>
                </a:solidFill>
                <a:latin typeface="Frutiger for ZKB Light" panose="020B0303030504020204" pitchFamily="34" charset="0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3CB4"/>
                </a:solidFill>
                <a:latin typeface="Frutiger for ZKB Light" panose="020B0303030504020204" pitchFamily="34" charset="0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3CB4"/>
                </a:solidFill>
                <a:latin typeface="Frutiger for ZKB Light" panose="020B0303030504020204" pitchFamily="34" charset="0"/>
              </a:defRPr>
            </a:lvl5pPr>
          </a:lstStyle>
          <a:p>
            <a:pPr lvl="0"/>
            <a:r>
              <a:rPr lang="de-CH"/>
              <a:t>Erste Ebene</a:t>
            </a:r>
          </a:p>
          <a:p>
            <a:pPr lvl="1"/>
            <a:r>
              <a:rPr lang="de-CH"/>
              <a:t>Zweite Ebene</a:t>
            </a:r>
          </a:p>
          <a:p>
            <a:pPr lvl="2"/>
            <a:r>
              <a:rPr lang="de-CH"/>
              <a:t>Dritte Ebene</a:t>
            </a:r>
          </a:p>
          <a:p>
            <a:pPr lvl="3"/>
            <a:r>
              <a:rPr lang="de-CH"/>
              <a:t>Vierte Ebene</a:t>
            </a:r>
          </a:p>
          <a:p>
            <a:pPr lvl="4"/>
            <a:r>
              <a:rPr lang="de-CH"/>
              <a:t>Fünfte Ebene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954F660-AA5D-BB50-3572-144F6255860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571697" y="1885212"/>
            <a:ext cx="5978062" cy="4749009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28422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3CB4"/>
                </a:solidFill>
                <a:latin typeface="Frutiger for ZKB Light" panose="020B0303030504020204" pitchFamily="34" charset="0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3CB4"/>
                </a:solidFill>
                <a:latin typeface="Frutiger for ZKB Light" panose="020B0303030504020204" pitchFamily="34" charset="0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3CB4"/>
                </a:solidFill>
                <a:latin typeface="Frutiger for ZKB Light" panose="020B0303030504020204" pitchFamily="34" charset="0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3CB4"/>
                </a:solidFill>
                <a:latin typeface="Frutiger for ZKB Light" panose="020B0303030504020204" pitchFamily="34" charset="0"/>
              </a:defRPr>
            </a:lvl5pPr>
          </a:lstStyle>
          <a:p>
            <a:pPr lvl="0"/>
            <a:r>
              <a:rPr lang="de-CH"/>
              <a:t>Erste Ebene</a:t>
            </a:r>
          </a:p>
          <a:p>
            <a:pPr lvl="1"/>
            <a:r>
              <a:rPr lang="de-CH"/>
              <a:t>Zweite Ebene</a:t>
            </a:r>
          </a:p>
          <a:p>
            <a:pPr lvl="2"/>
            <a:r>
              <a:rPr lang="de-CH"/>
              <a:t>Dritte Ebene</a:t>
            </a:r>
          </a:p>
          <a:p>
            <a:pPr lvl="3"/>
            <a:r>
              <a:rPr lang="de-CH"/>
              <a:t>Vierte Ebene</a:t>
            </a:r>
          </a:p>
          <a:p>
            <a:pPr lvl="4"/>
            <a:r>
              <a:rPr lang="de-CH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929717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 Spalten mit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E7433B-3E83-405F-AE2B-7232C2C061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5816" y="287819"/>
            <a:ext cx="10181590" cy="86345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</a:lstStyle>
          <a:p>
            <a:r>
              <a:rPr lang="de-DE"/>
              <a:t>Titel (max. zweizeilig)</a:t>
            </a:r>
            <a:endParaRPr lang="de-CH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43E2159-D104-9401-4485-8C8A1E060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05816" y="6799718"/>
            <a:ext cx="305807" cy="190680"/>
          </a:xfrm>
          <a:prstGeom prst="rect">
            <a:avLst/>
          </a:prstGeom>
        </p:spPr>
        <p:txBody>
          <a:bodyPr wrap="none" lIns="0" tIns="0" rIns="0" bIns="0"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</a:lstStyle>
          <a:p>
            <a:fld id="{B17358CC-FC4C-4F33-A65B-6705619EE137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ED7D8CA-8D78-FC4E-74EE-1CEA94227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1623" y="6799718"/>
            <a:ext cx="9875782" cy="190680"/>
          </a:xfrm>
          <a:prstGeom prst="rect">
            <a:avLst/>
          </a:prstGeom>
        </p:spPr>
        <p:txBody>
          <a:bodyPr wrap="none" lIns="0" tIns="0" rIns="0" bIns="0"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</a:lstStyle>
          <a:p>
            <a:endParaRPr lang="de-CH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BBFB0340-8989-4699-FFE5-13CA662975D5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305816" y="2532804"/>
            <a:ext cx="5978062" cy="4101417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28422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3CB4"/>
                </a:solidFill>
                <a:latin typeface="Frutiger for ZKB Light" panose="020B0303030504020204" pitchFamily="34" charset="0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3CB4"/>
                </a:solidFill>
                <a:latin typeface="Frutiger for ZKB Light" panose="020B0303030504020204" pitchFamily="34" charset="0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3CB4"/>
                </a:solidFill>
                <a:latin typeface="Frutiger for ZKB Light" panose="020B0303030504020204" pitchFamily="34" charset="0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3CB4"/>
                </a:solidFill>
                <a:latin typeface="Frutiger for ZKB Light" panose="020B0303030504020204" pitchFamily="34" charset="0"/>
              </a:defRPr>
            </a:lvl5pPr>
          </a:lstStyle>
          <a:p>
            <a:pPr lvl="0"/>
            <a:r>
              <a:rPr lang="de-CH"/>
              <a:t>Erste Ebene</a:t>
            </a:r>
          </a:p>
          <a:p>
            <a:pPr lvl="1"/>
            <a:r>
              <a:rPr lang="de-CH"/>
              <a:t>Zweite Ebene</a:t>
            </a:r>
          </a:p>
          <a:p>
            <a:pPr lvl="2"/>
            <a:r>
              <a:rPr lang="de-CH"/>
              <a:t>Dritte Ebene</a:t>
            </a:r>
          </a:p>
          <a:p>
            <a:pPr lvl="3"/>
            <a:r>
              <a:rPr lang="de-CH"/>
              <a:t>Vierte Ebene</a:t>
            </a:r>
          </a:p>
          <a:p>
            <a:pPr lvl="4"/>
            <a:r>
              <a:rPr lang="de-CH"/>
              <a:t>Fünfte Ebene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70D20B2-C789-06D9-534C-C1534C1143B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571697" y="2532804"/>
            <a:ext cx="5978062" cy="4101417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28422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3CB4"/>
                </a:solidFill>
                <a:latin typeface="Frutiger for ZKB Light" panose="020B0303030504020204" pitchFamily="34" charset="0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3CB4"/>
                </a:solidFill>
                <a:latin typeface="Frutiger for ZKB Light" panose="020B0303030504020204" pitchFamily="34" charset="0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3CB4"/>
                </a:solidFill>
                <a:latin typeface="Frutiger for ZKB Light" panose="020B0303030504020204" pitchFamily="34" charset="0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3CB4"/>
                </a:solidFill>
                <a:latin typeface="Frutiger for ZKB Light" panose="020B0303030504020204" pitchFamily="34" charset="0"/>
              </a:defRPr>
            </a:lvl5pPr>
          </a:lstStyle>
          <a:p>
            <a:pPr lvl="0"/>
            <a:r>
              <a:rPr lang="de-CH"/>
              <a:t>Erste Ebene</a:t>
            </a:r>
          </a:p>
          <a:p>
            <a:pPr lvl="1"/>
            <a:r>
              <a:rPr lang="de-CH"/>
              <a:t>Zweite Ebene</a:t>
            </a:r>
          </a:p>
          <a:p>
            <a:pPr lvl="2"/>
            <a:r>
              <a:rPr lang="de-CH"/>
              <a:t>Dritte Ebene</a:t>
            </a:r>
          </a:p>
          <a:p>
            <a:pPr lvl="3"/>
            <a:r>
              <a:rPr lang="de-CH"/>
              <a:t>Vierte Ebene</a:t>
            </a:r>
          </a:p>
          <a:p>
            <a:pPr lvl="4"/>
            <a:r>
              <a:rPr lang="de-CH"/>
              <a:t>Fünfte Ebene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2886EC48-3872-1068-C090-EAE585C8E0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5816" y="1885212"/>
            <a:ext cx="5978062" cy="647592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 i="0" u="none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</a:lstStyle>
          <a:p>
            <a:pPr lvl="0"/>
            <a:r>
              <a:rPr lang="de-DE"/>
              <a:t>Untertitel</a:t>
            </a:r>
            <a:endParaRPr lang="de-CH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26C1BC1-8C2C-4A0F-8FCC-43BD6DB21A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71697" y="1885212"/>
            <a:ext cx="5978062" cy="647592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 i="0" u="none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</a:lstStyle>
          <a:p>
            <a:pPr lvl="0"/>
            <a:r>
              <a:rPr lang="de-DE"/>
              <a:t>Untertitel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18101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3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55F42C-24C7-1390-6972-6E2ECBB34C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5816" y="287819"/>
            <a:ext cx="10181590" cy="86345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</a:lstStyle>
          <a:p>
            <a:r>
              <a:rPr lang="de-DE"/>
              <a:t>Titel (max. zweizeilig)</a:t>
            </a:r>
            <a:endParaRPr lang="de-CH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7CD9F25-714E-A6E9-2E2E-F8FD86EF85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05816" y="6799718"/>
            <a:ext cx="305807" cy="190680"/>
          </a:xfrm>
          <a:prstGeom prst="rect">
            <a:avLst/>
          </a:prstGeom>
        </p:spPr>
        <p:txBody>
          <a:bodyPr wrap="none" lIns="0" tIns="0" rIns="0" bIns="0"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</a:lstStyle>
          <a:p>
            <a:fld id="{B17358CC-FC4C-4F33-A65B-6705619EE137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C0BAFBB-D91E-3D0A-4A60-BD441E1EA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1623" y="6799718"/>
            <a:ext cx="9875782" cy="190680"/>
          </a:xfrm>
          <a:prstGeom prst="rect">
            <a:avLst/>
          </a:prstGeom>
        </p:spPr>
        <p:txBody>
          <a:bodyPr wrap="none" lIns="0" tIns="0" rIns="0" bIns="0"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</a:lstStyle>
          <a:p>
            <a:endParaRPr lang="de-CH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C345F008-FB12-769C-B8E8-3DD0A90340F1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305816" y="1885212"/>
            <a:ext cx="3889435" cy="4749009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28422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3CB4"/>
                </a:solidFill>
                <a:latin typeface="Frutiger for ZKB Light" panose="020B0303030504020204" pitchFamily="34" charset="0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3CB4"/>
                </a:solidFill>
                <a:latin typeface="Frutiger for ZKB Light" panose="020B0303030504020204" pitchFamily="34" charset="0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3CB4"/>
                </a:solidFill>
                <a:latin typeface="Frutiger for ZKB Light" panose="020B0303030504020204" pitchFamily="34" charset="0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3CB4"/>
                </a:solidFill>
                <a:latin typeface="Frutiger for ZKB Light" panose="020B0303030504020204" pitchFamily="34" charset="0"/>
              </a:defRPr>
            </a:lvl5pPr>
          </a:lstStyle>
          <a:p>
            <a:pPr lvl="0"/>
            <a:r>
              <a:rPr lang="de-CH"/>
              <a:t>Erste Ebene</a:t>
            </a:r>
          </a:p>
          <a:p>
            <a:pPr lvl="1"/>
            <a:r>
              <a:rPr lang="de-CH"/>
              <a:t>Zweite Ebene</a:t>
            </a:r>
          </a:p>
          <a:p>
            <a:pPr lvl="2"/>
            <a:r>
              <a:rPr lang="de-CH"/>
              <a:t>Dritte Ebene</a:t>
            </a:r>
          </a:p>
          <a:p>
            <a:pPr lvl="3"/>
            <a:r>
              <a:rPr lang="de-CH"/>
              <a:t>Vierte Ebene</a:t>
            </a:r>
          </a:p>
          <a:p>
            <a:pPr lvl="4"/>
            <a:r>
              <a:rPr lang="de-CH"/>
              <a:t>Fünfte Ebene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1E37947-9C45-9BD8-5B99-3F586FB90A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483070" y="1885212"/>
            <a:ext cx="3889435" cy="4749009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28422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3CB4"/>
                </a:solidFill>
                <a:latin typeface="Frutiger for ZKB Light" panose="020B0303030504020204" pitchFamily="34" charset="0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3CB4"/>
                </a:solidFill>
                <a:latin typeface="Frutiger for ZKB Light" panose="020B0303030504020204" pitchFamily="34" charset="0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3CB4"/>
                </a:solidFill>
                <a:latin typeface="Frutiger for ZKB Light" panose="020B0303030504020204" pitchFamily="34" charset="0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3CB4"/>
                </a:solidFill>
                <a:latin typeface="Frutiger for ZKB Light" panose="020B0303030504020204" pitchFamily="34" charset="0"/>
              </a:defRPr>
            </a:lvl5pPr>
          </a:lstStyle>
          <a:p>
            <a:pPr lvl="0"/>
            <a:r>
              <a:rPr lang="de-CH"/>
              <a:t>Erste Ebene</a:t>
            </a:r>
          </a:p>
          <a:p>
            <a:pPr lvl="1"/>
            <a:r>
              <a:rPr lang="de-CH"/>
              <a:t>Zweite Ebene</a:t>
            </a:r>
          </a:p>
          <a:p>
            <a:pPr lvl="2"/>
            <a:r>
              <a:rPr lang="de-CH"/>
              <a:t>Dritte Ebene</a:t>
            </a:r>
          </a:p>
          <a:p>
            <a:pPr lvl="3"/>
            <a:r>
              <a:rPr lang="de-CH"/>
              <a:t>Vierte Ebene</a:t>
            </a:r>
          </a:p>
          <a:p>
            <a:pPr lvl="4"/>
            <a:r>
              <a:rPr lang="de-CH"/>
              <a:t>Fünfte Ebene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61563C1D-3974-A251-9C45-3C15EFD072E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660324" y="1885212"/>
            <a:ext cx="3889435" cy="4749009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28422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3CB4"/>
                </a:solidFill>
                <a:latin typeface="Frutiger for ZKB Light" panose="020B0303030504020204" pitchFamily="34" charset="0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3CB4"/>
                </a:solidFill>
                <a:latin typeface="Frutiger for ZKB Light" panose="020B0303030504020204" pitchFamily="34" charset="0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3CB4"/>
                </a:solidFill>
                <a:latin typeface="Frutiger for ZKB Light" panose="020B0303030504020204" pitchFamily="34" charset="0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3CB4"/>
                </a:solidFill>
                <a:latin typeface="Frutiger for ZKB Light" panose="020B0303030504020204" pitchFamily="34" charset="0"/>
              </a:defRPr>
            </a:lvl5pPr>
          </a:lstStyle>
          <a:p>
            <a:pPr lvl="0"/>
            <a:r>
              <a:rPr lang="de-CH"/>
              <a:t>Erste Ebene</a:t>
            </a:r>
          </a:p>
          <a:p>
            <a:pPr lvl="1"/>
            <a:r>
              <a:rPr lang="de-CH"/>
              <a:t>Zweite Ebene</a:t>
            </a:r>
          </a:p>
          <a:p>
            <a:pPr lvl="2"/>
            <a:r>
              <a:rPr lang="de-CH"/>
              <a:t>Dritte Ebene</a:t>
            </a:r>
          </a:p>
          <a:p>
            <a:pPr lvl="3"/>
            <a:r>
              <a:rPr lang="de-CH"/>
              <a:t>Vierte Ebene</a:t>
            </a:r>
          </a:p>
          <a:p>
            <a:pPr lvl="4"/>
            <a:r>
              <a:rPr lang="de-CH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4284481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3 Spalten mit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F92252-3A44-7E8D-E3C8-2BD8F6AAB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5816" y="287819"/>
            <a:ext cx="10181590" cy="86345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</a:lstStyle>
          <a:p>
            <a:r>
              <a:rPr lang="de-DE"/>
              <a:t>Titel (max. zweizeilig)</a:t>
            </a:r>
            <a:endParaRPr lang="de-CH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908489E-8DCA-9350-3676-175C3593EA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05816" y="6799718"/>
            <a:ext cx="305807" cy="190680"/>
          </a:xfrm>
          <a:prstGeom prst="rect">
            <a:avLst/>
          </a:prstGeom>
        </p:spPr>
        <p:txBody>
          <a:bodyPr wrap="none" lIns="0" tIns="0" rIns="0" bIns="0"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</a:lstStyle>
          <a:p>
            <a:fld id="{B17358CC-FC4C-4F33-A65B-6705619EE137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3D3E312-CEBD-08E8-7776-13FA7C7C9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1623" y="6799718"/>
            <a:ext cx="9875782" cy="190680"/>
          </a:xfrm>
          <a:prstGeom prst="rect">
            <a:avLst/>
          </a:prstGeom>
        </p:spPr>
        <p:txBody>
          <a:bodyPr wrap="none" lIns="0" tIns="0" rIns="0" bIns="0"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</a:lstStyle>
          <a:p>
            <a:endParaRPr lang="de-CH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27501DAA-AEE3-5A94-67A3-CA888511D001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305816" y="2532804"/>
            <a:ext cx="3889435" cy="4101417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28422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3CB4"/>
                </a:solidFill>
                <a:latin typeface="Frutiger for ZKB Light" panose="020B0303030504020204" pitchFamily="34" charset="0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3CB4"/>
                </a:solidFill>
                <a:latin typeface="Frutiger for ZKB Light" panose="020B0303030504020204" pitchFamily="34" charset="0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3CB4"/>
                </a:solidFill>
                <a:latin typeface="Frutiger for ZKB Light" panose="020B0303030504020204" pitchFamily="34" charset="0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3CB4"/>
                </a:solidFill>
                <a:latin typeface="Frutiger for ZKB Light" panose="020B0303030504020204" pitchFamily="34" charset="0"/>
              </a:defRPr>
            </a:lvl5pPr>
          </a:lstStyle>
          <a:p>
            <a:pPr lvl="0"/>
            <a:r>
              <a:rPr lang="de-CH"/>
              <a:t>Erste Ebene</a:t>
            </a:r>
          </a:p>
          <a:p>
            <a:pPr lvl="1"/>
            <a:r>
              <a:rPr lang="de-CH"/>
              <a:t>Zweite Ebene</a:t>
            </a:r>
          </a:p>
          <a:p>
            <a:pPr lvl="2"/>
            <a:r>
              <a:rPr lang="de-CH"/>
              <a:t>Dritte Ebene</a:t>
            </a:r>
          </a:p>
          <a:p>
            <a:pPr lvl="3"/>
            <a:r>
              <a:rPr lang="de-CH"/>
              <a:t>Vierte Ebene</a:t>
            </a:r>
          </a:p>
          <a:p>
            <a:pPr lvl="4"/>
            <a:r>
              <a:rPr lang="de-CH"/>
              <a:t>Fünfte Ebene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694C74A-D123-22CA-3E90-6927EF62453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483070" y="2532804"/>
            <a:ext cx="3889435" cy="4101417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28422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3CB4"/>
                </a:solidFill>
                <a:latin typeface="Frutiger for ZKB Light" panose="020B0303030504020204" pitchFamily="34" charset="0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3CB4"/>
                </a:solidFill>
                <a:latin typeface="Frutiger for ZKB Light" panose="020B0303030504020204" pitchFamily="34" charset="0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3CB4"/>
                </a:solidFill>
                <a:latin typeface="Frutiger for ZKB Light" panose="020B0303030504020204" pitchFamily="34" charset="0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3CB4"/>
                </a:solidFill>
                <a:latin typeface="Frutiger for ZKB Light" panose="020B0303030504020204" pitchFamily="34" charset="0"/>
              </a:defRPr>
            </a:lvl5pPr>
          </a:lstStyle>
          <a:p>
            <a:pPr lvl="0"/>
            <a:r>
              <a:rPr lang="de-CH"/>
              <a:t>Erste Ebene</a:t>
            </a:r>
          </a:p>
          <a:p>
            <a:pPr lvl="1"/>
            <a:r>
              <a:rPr lang="de-CH"/>
              <a:t>Zweite Ebene</a:t>
            </a:r>
          </a:p>
          <a:p>
            <a:pPr lvl="2"/>
            <a:r>
              <a:rPr lang="de-CH"/>
              <a:t>Dritte Ebene</a:t>
            </a:r>
          </a:p>
          <a:p>
            <a:pPr lvl="3"/>
            <a:r>
              <a:rPr lang="de-CH"/>
              <a:t>Vierte Ebene</a:t>
            </a:r>
          </a:p>
          <a:p>
            <a:pPr lvl="4"/>
            <a:r>
              <a:rPr lang="de-CH"/>
              <a:t>Fünfte Ebene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A66FC004-691C-462E-76FE-0792783E23C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660324" y="2532804"/>
            <a:ext cx="3889435" cy="4101417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 defTabSz="28422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3CB4"/>
                </a:solidFill>
                <a:latin typeface="Frutiger for ZKB Light" panose="020B0303030504020204" pitchFamily="34" charset="0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3CB4"/>
                </a:solidFill>
                <a:latin typeface="Frutiger for ZKB Light" panose="020B0303030504020204" pitchFamily="34" charset="0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3CB4"/>
                </a:solidFill>
                <a:latin typeface="Frutiger for ZKB Light" panose="020B0303030504020204" pitchFamily="34" charset="0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3CB4"/>
                </a:solidFill>
                <a:latin typeface="Frutiger for ZKB Light" panose="020B0303030504020204" pitchFamily="34" charset="0"/>
              </a:defRPr>
            </a:lvl5pPr>
          </a:lstStyle>
          <a:p>
            <a:pPr lvl="0"/>
            <a:r>
              <a:rPr lang="de-CH"/>
              <a:t>Erste Ebene</a:t>
            </a:r>
          </a:p>
          <a:p>
            <a:pPr lvl="1"/>
            <a:r>
              <a:rPr lang="de-CH"/>
              <a:t>Zweite Ebene</a:t>
            </a:r>
          </a:p>
          <a:p>
            <a:pPr lvl="2"/>
            <a:r>
              <a:rPr lang="de-CH"/>
              <a:t>Dritte Ebene</a:t>
            </a:r>
          </a:p>
          <a:p>
            <a:pPr lvl="3"/>
            <a:r>
              <a:rPr lang="de-CH"/>
              <a:t>Vierte Ebene</a:t>
            </a:r>
          </a:p>
          <a:p>
            <a:pPr lvl="4"/>
            <a:r>
              <a:rPr lang="de-CH"/>
              <a:t>Fünfte Ebene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D0B866E2-7875-7C29-D089-38EB44DE945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5816" y="1885212"/>
            <a:ext cx="3889435" cy="647592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 i="0" u="none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</a:lstStyle>
          <a:p>
            <a:pPr lvl="0"/>
            <a:r>
              <a:rPr lang="de-DE"/>
              <a:t>Untertitel</a:t>
            </a:r>
            <a:endParaRPr lang="de-CH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86B59F3-8BEA-79F2-4295-093FF7E8BF0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83070" y="1885212"/>
            <a:ext cx="3889435" cy="647592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 i="0" u="none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</a:lstStyle>
          <a:p>
            <a:pPr lvl="0"/>
            <a:r>
              <a:rPr lang="de-DE"/>
              <a:t>Untertitel</a:t>
            </a:r>
            <a:endParaRPr lang="de-CH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3851F287-5F65-E19E-3F41-EFDB689229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660324" y="1885212"/>
            <a:ext cx="3889435" cy="647592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 i="0" u="none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</a:lstStyle>
          <a:p>
            <a:pPr lvl="0"/>
            <a:r>
              <a:rPr lang="de-DE"/>
              <a:t>Untertitel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767654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523BFC-BCC3-F931-F5C2-11B38A906A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5816" y="287819"/>
            <a:ext cx="10181590" cy="86345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</a:lstStyle>
          <a:p>
            <a:r>
              <a:rPr lang="de-DE"/>
              <a:t>Titel (max. zweizeilig)</a:t>
            </a:r>
            <a:endParaRPr lang="de-CH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C266686-B3B1-E70B-9304-FAEF2E5C2D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05816" y="6799718"/>
            <a:ext cx="305807" cy="190680"/>
          </a:xfrm>
          <a:prstGeom prst="rect">
            <a:avLst/>
          </a:prstGeom>
        </p:spPr>
        <p:txBody>
          <a:bodyPr wrap="none" lIns="0" tIns="0" rIns="0" bIns="0"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</a:lstStyle>
          <a:p>
            <a:fld id="{B17358CC-FC4C-4F33-A65B-6705619EE137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9427C3D-E25C-FF08-D6C8-08C3A1B50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1623" y="6799718"/>
            <a:ext cx="9875782" cy="190680"/>
          </a:xfrm>
          <a:prstGeom prst="rect">
            <a:avLst/>
          </a:prstGeom>
        </p:spPr>
        <p:txBody>
          <a:bodyPr wrap="none" lIns="0" tIns="0" rIns="0" bIns="0"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</a:lstStyle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120326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420F0D8-1AC1-0E6F-6E3B-D9650E5950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05816" y="6799718"/>
            <a:ext cx="305807" cy="190680"/>
          </a:xfrm>
          <a:prstGeom prst="rect">
            <a:avLst/>
          </a:prstGeom>
        </p:spPr>
        <p:txBody>
          <a:bodyPr wrap="none" lIns="0" tIns="0" rIns="0" bIns="0"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</a:lstStyle>
          <a:p>
            <a:fld id="{B17358CC-FC4C-4F33-A65B-6705619EE137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7B57E4E-FA52-626E-98C1-DB8031755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1623" y="6799718"/>
            <a:ext cx="9875782" cy="190680"/>
          </a:xfrm>
          <a:prstGeom prst="rect">
            <a:avLst/>
          </a:prstGeom>
        </p:spPr>
        <p:txBody>
          <a:bodyPr wrap="none" lIns="0" tIns="0" rIns="0" bIns="0"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</a:lstStyle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213507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r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7B7B6A58-463D-A530-DAB5-3CAF7D392DBA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0" y="0"/>
            <a:ext cx="12855575" cy="7231063"/>
          </a:xfrm>
          <a:prstGeom prst="rect">
            <a:avLst/>
          </a:prstGeom>
          <a:solidFill>
            <a:srgbClr val="E8E8E8"/>
          </a:solidFill>
        </p:spPr>
        <p:txBody>
          <a:bodyPr anchor="ctr" anchorCtr="1"/>
          <a:lstStyle/>
          <a:p>
            <a:r>
              <a:rPr lang="de-CH"/>
              <a:t>Bild über die ZKB Lasche einfügen</a:t>
            </a:r>
          </a:p>
        </p:txBody>
      </p:sp>
    </p:spTree>
    <p:extLst>
      <p:ext uri="{BB962C8B-B14F-4D97-AF65-F5344CB8AC3E}">
        <p14:creationId xmlns:p14="http://schemas.microsoft.com/office/powerpoint/2010/main" val="5175188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ZKB_LOGO_CLAIM">
            <a:extLst>
              <a:ext uri="{FF2B5EF4-FFF2-40B4-BE49-F238E27FC236}">
                <a16:creationId xmlns:a16="http://schemas.microsoft.com/office/drawing/2014/main" id="{5B6238EF-AA6A-D692-1EDB-35C6512E80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17872" y="2841268"/>
            <a:ext cx="6619830" cy="1548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4153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F7F5D2C-F2F1-7EFA-2F65-191D1CF221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05816" y="6799718"/>
            <a:ext cx="305807" cy="190680"/>
          </a:xfrm>
          <a:prstGeom prst="rect">
            <a:avLst/>
          </a:prstGeom>
        </p:spPr>
        <p:txBody>
          <a:bodyPr wrap="none" lIns="0" tIns="0" rIns="0" bIns="0"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</a:lstStyle>
          <a:p>
            <a:fld id="{B17358CC-FC4C-4F33-A65B-6705619EE137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3F9ABC0-AA40-0902-4BED-F83083220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1623" y="6799718"/>
            <a:ext cx="9875782" cy="190680"/>
          </a:xfrm>
          <a:prstGeom prst="rect">
            <a:avLst/>
          </a:prstGeom>
        </p:spPr>
        <p:txBody>
          <a:bodyPr wrap="none" lIns="0" tIns="0" rIns="0" bIns="0"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</a:lstStyle>
          <a:p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7731D2E-A84F-E7F4-4AFC-FC7231794ACA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305816" y="1885212"/>
            <a:ext cx="12243943" cy="4749009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algn="l" defTabSz="28422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3CB4"/>
                </a:solidFill>
                <a:latin typeface="Frutiger for ZKB Light" panose="020B0303030504020204" pitchFamily="34" charset="0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3CB4"/>
                </a:solidFill>
                <a:latin typeface="Frutiger for ZKB Light" panose="020B0303030504020204" pitchFamily="34" charset="0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3CB4"/>
                </a:solidFill>
                <a:latin typeface="Frutiger for ZKB Light" panose="020B0303030504020204" pitchFamily="34" charset="0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3CB4"/>
                </a:solidFill>
                <a:latin typeface="Frutiger for ZKB Light" panose="020B0303030504020204" pitchFamily="34" charset="0"/>
              </a:defRPr>
            </a:lvl5pPr>
          </a:lstStyle>
          <a:p>
            <a:pPr lvl="0"/>
            <a:r>
              <a:rPr lang="de-CH"/>
              <a:t>Erste Ebene</a:t>
            </a:r>
          </a:p>
          <a:p>
            <a:pPr lvl="1"/>
            <a:r>
              <a:rPr lang="de-CH"/>
              <a:t>Zweite Ebene</a:t>
            </a:r>
          </a:p>
          <a:p>
            <a:pPr lvl="2"/>
            <a:r>
              <a:rPr lang="de-CH"/>
              <a:t>Dritte Ebene</a:t>
            </a:r>
          </a:p>
          <a:p>
            <a:pPr lvl="3"/>
            <a:r>
              <a:rPr lang="de-CH"/>
              <a:t>Vierte Ebene</a:t>
            </a:r>
          </a:p>
          <a:p>
            <a:pPr lvl="4"/>
            <a:r>
              <a:rPr lang="de-CH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2149950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6017A-D490-C525-5E87-B6C1AF2B5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/>
            </a:pPr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4243A-9EC3-DC90-DD30-786D60713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 sz="2200"/>
            </a:pPr>
            <a:r>
              <a:rPr lang="en-US"/>
              <a:t>Click to edit Master text styles</a:t>
            </a:r>
          </a:p>
          <a:p>
            <a:pPr lvl="1">
              <a:defRPr sz="1800"/>
            </a:pPr>
            <a:r>
              <a:rPr lang="en-US"/>
              <a:t>Second level</a:t>
            </a:r>
          </a:p>
          <a:p>
            <a:pPr lvl="2">
              <a:defRPr sz="1600"/>
            </a:pPr>
            <a:r>
              <a:rPr lang="en-US"/>
              <a:t>Third level</a:t>
            </a:r>
          </a:p>
          <a:p>
            <a:pPr lvl="3">
              <a:defRPr sz="1600"/>
            </a:pPr>
            <a:r>
              <a:rPr lang="en-US"/>
              <a:t>Fourth level</a:t>
            </a:r>
          </a:p>
          <a:p>
            <a:pPr lvl="4">
              <a:defRPr sz="1600"/>
            </a:pPr>
            <a:r>
              <a:rPr lang="en-US"/>
              <a:t>Fifth level</a:t>
            </a:r>
            <a:endParaRPr lang="de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A734B-4CD1-2DB0-7989-A2F00464B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2200"/>
            </a:pPr>
            <a:fld id="{0CDDCF47-76FA-4B38-9020-A0E57F41036A}" type="datetimeFigureOut">
              <a:rPr lang="de-CH" smtClean="0"/>
              <a:t>14.01.2026</a:t>
            </a:fld>
            <a:endParaRPr lang="de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A85F71-E08F-C375-773E-3F24B2B38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2200"/>
            </a:pPr>
            <a:endParaRPr lang="de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5723F-79BB-3AAA-2D4F-114478657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2200"/>
            </a:pPr>
            <a:fld id="{EA2E0D3E-E818-438E-981B-E98523AC6CA8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615748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E9A73-1ED0-3410-F8C0-EF5D675D2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/>
            </a:pPr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EAEBD-1780-813E-AEBF-2B206E328E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83821" y="1924936"/>
            <a:ext cx="5463619" cy="4588043"/>
          </a:xfrm>
        </p:spPr>
        <p:txBody>
          <a:bodyPr/>
          <a:lstStyle/>
          <a:p>
            <a:pPr lvl="0">
              <a:defRPr sz="2200"/>
            </a:pPr>
            <a:r>
              <a:rPr lang="en-US"/>
              <a:t>Click to edit Master text styles</a:t>
            </a:r>
          </a:p>
          <a:p>
            <a:pPr lvl="1">
              <a:defRPr sz="1800"/>
            </a:pPr>
            <a:r>
              <a:rPr lang="en-US"/>
              <a:t>Second level</a:t>
            </a:r>
          </a:p>
          <a:p>
            <a:pPr lvl="2">
              <a:defRPr sz="1600"/>
            </a:pPr>
            <a:r>
              <a:rPr lang="en-US"/>
              <a:t>Third level</a:t>
            </a:r>
          </a:p>
          <a:p>
            <a:pPr lvl="3">
              <a:defRPr sz="1600"/>
            </a:pPr>
            <a:r>
              <a:rPr lang="en-US"/>
              <a:t>Fourth level</a:t>
            </a:r>
          </a:p>
          <a:p>
            <a:pPr lvl="4">
              <a:defRPr sz="1600"/>
            </a:pPr>
            <a:r>
              <a:rPr lang="en-US"/>
              <a:t>Fifth level</a:t>
            </a:r>
            <a:endParaRPr lang="de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EB4A00-0B7B-C24C-9E72-E5E324A66C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08135" y="1924936"/>
            <a:ext cx="5463619" cy="4588043"/>
          </a:xfrm>
        </p:spPr>
        <p:txBody>
          <a:bodyPr/>
          <a:lstStyle/>
          <a:p>
            <a:pPr lvl="0">
              <a:defRPr sz="2200"/>
            </a:pPr>
            <a:r>
              <a:rPr lang="en-US"/>
              <a:t>Click to edit Master text styles</a:t>
            </a:r>
          </a:p>
          <a:p>
            <a:pPr lvl="1">
              <a:defRPr sz="1800"/>
            </a:pPr>
            <a:r>
              <a:rPr lang="en-US"/>
              <a:t>Second level</a:t>
            </a:r>
          </a:p>
          <a:p>
            <a:pPr lvl="2">
              <a:defRPr sz="1600"/>
            </a:pPr>
            <a:r>
              <a:rPr lang="en-US"/>
              <a:t>Third level</a:t>
            </a:r>
          </a:p>
          <a:p>
            <a:pPr lvl="3">
              <a:defRPr sz="1600"/>
            </a:pPr>
            <a:r>
              <a:rPr lang="en-US"/>
              <a:t>Fourth level</a:t>
            </a:r>
          </a:p>
          <a:p>
            <a:pPr lvl="4">
              <a:defRPr sz="1600"/>
            </a:pPr>
            <a:r>
              <a:rPr lang="en-US"/>
              <a:t>Fifth level</a:t>
            </a:r>
            <a:endParaRPr lang="de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78E839-9E94-873D-10A8-846AEFB95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2200"/>
            </a:pPr>
            <a:fld id="{0CDDCF47-76FA-4B38-9020-A0E57F41036A}" type="datetimeFigureOut">
              <a:rPr lang="de-CH" smtClean="0"/>
              <a:t>14.01.2026</a:t>
            </a:fld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54CD15-1079-5C98-706E-E902DC2C9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2200"/>
            </a:pPr>
            <a:endParaRPr lang="de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5E6689-E738-7C70-8B84-F3D781BA5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2200"/>
            </a:pPr>
            <a:fld id="{EA2E0D3E-E818-438E-981B-E98523AC6CA8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657297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sv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4.sv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590E2BD-FD26-5323-DD6E-533D49170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816" y="287819"/>
            <a:ext cx="10181590" cy="863456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de-DE"/>
              <a:t>Titel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98EC4AD-1600-57FF-B12A-C1F1695E5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5816" y="1885212"/>
            <a:ext cx="10181590" cy="4749009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lvl="0"/>
            <a:r>
              <a:rPr lang="de-CH" dirty="0"/>
              <a:t>Erste Ebene</a:t>
            </a:r>
          </a:p>
          <a:p>
            <a:pPr lvl="1"/>
            <a:r>
              <a:rPr lang="de-CH" dirty="0"/>
              <a:t>Zweite Ebene</a:t>
            </a:r>
          </a:p>
          <a:p>
            <a:pPr lvl="2"/>
            <a:r>
              <a:rPr lang="de-CH" dirty="0"/>
              <a:t>Dritte Ebene</a:t>
            </a:r>
          </a:p>
          <a:p>
            <a:pPr lvl="3"/>
            <a:r>
              <a:rPr lang="de-CH" dirty="0"/>
              <a:t>Vierte Ebene</a:t>
            </a:r>
          </a:p>
          <a:p>
            <a:pPr lvl="4"/>
            <a:r>
              <a:rPr lang="de-CH" dirty="0"/>
              <a:t>Fünfte Ebene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5986F2D-E272-E150-6C1E-96178B3ED9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5816" y="6799718"/>
            <a:ext cx="305807" cy="190680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</a:lstStyle>
          <a:p>
            <a:fld id="{2047A052-A476-49B7-BAA5-DA5A43230909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6BFBF43-EDD0-6AA6-540A-46BB66083F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1622" y="6799718"/>
            <a:ext cx="9875782" cy="190680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3CB4"/>
                </a:solidFill>
                <a:latin typeface="Frutiger for ZKB Light" panose="020B0303030504020204" pitchFamily="34" charset="0"/>
              </a:defRPr>
            </a:lvl1pPr>
          </a:lstStyle>
          <a:p>
            <a:endParaRPr lang="de-CH"/>
          </a:p>
        </p:txBody>
      </p:sp>
      <p:pic>
        <p:nvPicPr>
          <p:cNvPr id="7" name="ZKB_LOGO">
            <a:extLst>
              <a:ext uri="{FF2B5EF4-FFF2-40B4-BE49-F238E27FC236}">
                <a16:creationId xmlns:a16="http://schemas.microsoft.com/office/drawing/2014/main" id="{16BB4AB0-05C0-E3D2-4515-01BCB02106C0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254584" y="353657"/>
            <a:ext cx="1295184" cy="302972"/>
          </a:xfrm>
          <a:prstGeom prst="rect">
            <a:avLst/>
          </a:prstGeom>
        </p:spPr>
      </p:pic>
      <p:grpSp>
        <p:nvGrpSpPr>
          <p:cNvPr id="24" name="StempelA" hidden="1">
            <a:extLst>
              <a:ext uri="{FF2B5EF4-FFF2-40B4-BE49-F238E27FC236}">
                <a16:creationId xmlns:a16="http://schemas.microsoft.com/office/drawing/2014/main" id="{9C4F92B8-BD7E-E5F3-A820-28A45238C28B}"/>
              </a:ext>
            </a:extLst>
          </p:cNvPr>
          <p:cNvGrpSpPr/>
          <p:nvPr userDrawn="1"/>
        </p:nvGrpSpPr>
        <p:grpSpPr>
          <a:xfrm>
            <a:off x="11995120" y="858887"/>
            <a:ext cx="554639" cy="292388"/>
            <a:chOff x="1270000" y="1270000"/>
            <a:chExt cx="554639" cy="292388"/>
          </a:xfrm>
        </p:grpSpPr>
        <p:sp>
          <p:nvSpPr>
            <p:cNvPr id="12" name="Textfeld 11" hidden="1">
              <a:extLst>
                <a:ext uri="{FF2B5EF4-FFF2-40B4-BE49-F238E27FC236}">
                  <a16:creationId xmlns:a16="http://schemas.microsoft.com/office/drawing/2014/main" id="{ED9CC88F-FA9E-9AED-D6E5-359D6D78EE08}"/>
                </a:ext>
              </a:extLst>
            </p:cNvPr>
            <p:cNvSpPr txBox="1"/>
            <p:nvPr userDrawn="1"/>
          </p:nvSpPr>
          <p:spPr>
            <a:xfrm>
              <a:off x="1270000" y="1270000"/>
              <a:ext cx="554639" cy="292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none" lIns="88900" tIns="38100" rIns="76200" bIns="38100" rtlCol="0" anchor="t" anchorCtr="0">
              <a:noAutofit/>
            </a:bodyPr>
            <a:lstStyle/>
            <a:p>
              <a:pPr marL="0" indent="-285750" algn="l" defTabSz="284221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CB4"/>
                </a:buClr>
                <a:buFont typeface="Frutiger for ZKB Light" panose="020B0303030504020204" pitchFamily="34" charset="0"/>
                <a:buNone/>
              </a:pPr>
              <a:r>
                <a:rPr lang="de-CH" sz="1400" b="0" i="0" u="none">
                  <a:solidFill>
                    <a:srgbClr val="003CB4"/>
                  </a:solidFill>
                  <a:latin typeface="Frutiger for ZKB Light" panose="020B0303030504020204" pitchFamily="34" charset="0"/>
                </a:rPr>
                <a:t>Draft</a:t>
              </a:r>
            </a:p>
          </p:txBody>
        </p:sp>
        <p:cxnSp>
          <p:nvCxnSpPr>
            <p:cNvPr id="19" name="Gerader Verbinder 18" hidden="1">
              <a:extLst>
                <a:ext uri="{FF2B5EF4-FFF2-40B4-BE49-F238E27FC236}">
                  <a16:creationId xmlns:a16="http://schemas.microsoft.com/office/drawing/2014/main" id="{A548CE11-F4B2-99DF-E897-AF1E2C52FD58}"/>
                </a:ext>
              </a:extLst>
            </p:cNvPr>
            <p:cNvCxnSpPr/>
            <p:nvPr userDrawn="1"/>
          </p:nvCxnSpPr>
          <p:spPr>
            <a:xfrm>
              <a:off x="1270000" y="1270000"/>
              <a:ext cx="554639" cy="0"/>
            </a:xfrm>
            <a:prstGeom prst="line">
              <a:avLst/>
            </a:prstGeom>
            <a:ln w="6350" cap="flat" cmpd="sng" algn="ctr">
              <a:solidFill>
                <a:srgbClr val="003CB4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Gerader Verbinder 22" hidden="1">
              <a:extLst>
                <a:ext uri="{FF2B5EF4-FFF2-40B4-BE49-F238E27FC236}">
                  <a16:creationId xmlns:a16="http://schemas.microsoft.com/office/drawing/2014/main" id="{0B2CAE11-AD85-0A8B-929E-72D71C3930F2}"/>
                </a:ext>
              </a:extLst>
            </p:cNvPr>
            <p:cNvCxnSpPr/>
            <p:nvPr userDrawn="1"/>
          </p:nvCxnSpPr>
          <p:spPr>
            <a:xfrm>
              <a:off x="1270000" y="1562388"/>
              <a:ext cx="554639" cy="0"/>
            </a:xfrm>
            <a:prstGeom prst="line">
              <a:avLst/>
            </a:prstGeom>
            <a:ln w="6350" cap="flat" cmpd="sng" algn="ctr">
              <a:solidFill>
                <a:srgbClr val="003CB4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SWCSticker" hidden="1">
            <a:extLst>
              <a:ext uri="{FF2B5EF4-FFF2-40B4-BE49-F238E27FC236}">
                <a16:creationId xmlns:a16="http://schemas.microsoft.com/office/drawing/2014/main" id="{2A54C60A-D75B-0DE6-582A-2453A48BDF05}"/>
              </a:ext>
            </a:extLst>
          </p:cNvPr>
          <p:cNvGrpSpPr/>
          <p:nvPr userDrawn="1"/>
        </p:nvGrpSpPr>
        <p:grpSpPr>
          <a:xfrm>
            <a:off x="0" y="1259207"/>
            <a:ext cx="1421105" cy="431728"/>
            <a:chOff x="0" y="1259207"/>
            <a:chExt cx="1421105" cy="431728"/>
          </a:xfrm>
        </p:grpSpPr>
        <p:sp>
          <p:nvSpPr>
            <p:cNvPr id="25" name="Rechteck 24" hidden="1">
              <a:extLst>
                <a:ext uri="{FF2B5EF4-FFF2-40B4-BE49-F238E27FC236}">
                  <a16:creationId xmlns:a16="http://schemas.microsoft.com/office/drawing/2014/main" id="{C60BBCDF-0787-4D58-7E3A-05E0C7700D64}"/>
                </a:ext>
              </a:extLst>
            </p:cNvPr>
            <p:cNvSpPr/>
            <p:nvPr userDrawn="1"/>
          </p:nvSpPr>
          <p:spPr>
            <a:xfrm>
              <a:off x="0" y="1259207"/>
              <a:ext cx="1421105" cy="431728"/>
            </a:xfrm>
            <a:prstGeom prst="rect">
              <a:avLst/>
            </a:prstGeom>
            <a:solidFill>
              <a:srgbClr val="003CB4"/>
            </a:solidFill>
          </p:spPr>
          <p:txBody>
            <a:bodyPr vert="horz" wrap="square" lIns="0" tIns="0" rIns="0" bIns="0" rtlCol="0" anchor="t" anchorCtr="0">
              <a:noAutofit/>
            </a:bodyPr>
            <a:lstStyle/>
            <a:p>
              <a:pPr algn="l"/>
              <a:endParaRPr lang="de-CH"/>
            </a:p>
          </p:txBody>
        </p:sp>
        <p:pic>
          <p:nvPicPr>
            <p:cNvPr id="27" name="Grafik 26" hidden="1">
              <a:extLst>
                <a:ext uri="{FF2B5EF4-FFF2-40B4-BE49-F238E27FC236}">
                  <a16:creationId xmlns:a16="http://schemas.microsoft.com/office/drawing/2014/main" id="{7A042FFD-2760-6EBC-2371-D34AB8D1526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305816" y="1371989"/>
              <a:ext cx="1025354" cy="155796"/>
            </a:xfrm>
            <a:prstGeom prst="rect">
              <a:avLst/>
            </a:prstGeom>
          </p:spPr>
        </p:pic>
      </p:grpSp>
      <p:sp>
        <p:nvSpPr>
          <p:cNvPr id="29" name="Endorsement">
            <a:extLst>
              <a:ext uri="{FF2B5EF4-FFF2-40B4-BE49-F238E27FC236}">
                <a16:creationId xmlns:a16="http://schemas.microsoft.com/office/drawing/2014/main" id="{5F240F2E-A4CD-F7A7-286D-1396BC6BF4AD}"/>
              </a:ext>
            </a:extLst>
          </p:cNvPr>
          <p:cNvSpPr txBox="1"/>
          <p:nvPr userDrawn="1"/>
        </p:nvSpPr>
        <p:spPr>
          <a:xfrm>
            <a:off x="9311799" y="6799718"/>
            <a:ext cx="3237960" cy="190680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 anchorCtr="0">
            <a:noAutofit/>
          </a:bodyPr>
          <a:lstStyle/>
          <a:p>
            <a:pPr marL="0" indent="-285750" algn="r" defTabSz="28422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CB4"/>
              </a:buClr>
              <a:buFont typeface="Frutiger for ZKB Light" panose="020B0303030504020204" pitchFamily="34" charset="0"/>
              <a:buNone/>
            </a:pPr>
            <a:endParaRPr lang="de-CH" sz="1100" b="0" i="0" u="none">
              <a:solidFill>
                <a:srgbClr val="003CB4"/>
              </a:solidFill>
              <a:latin typeface="Frutiger for ZKB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5823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6" r:id="rId17"/>
    <p:sldLayoutId id="2147483667" r:id="rId18"/>
  </p:sldLayoutIdLst>
  <p:hf hdr="0" dt="0"/>
  <p:txStyles>
    <p:titleStyle>
      <a:lvl1pPr algn="l" defTabSz="914400" rtl="0" eaLnBrk="1" latinLnBrk="0" hangingPunct="1">
        <a:lnSpc>
          <a:spcPct val="95000"/>
        </a:lnSpc>
        <a:spcBef>
          <a:spcPts val="0"/>
        </a:spcBef>
        <a:spcAft>
          <a:spcPts val="0"/>
        </a:spcAft>
        <a:buNone/>
        <a:defRPr sz="2800" b="1" kern="1200">
          <a:solidFill>
            <a:srgbClr val="003CB4"/>
          </a:solidFill>
          <a:latin typeface="Frutiger for ZKB Light" panose="020B0303030504020204" pitchFamily="34" charset="0"/>
          <a:ea typeface="+mj-ea"/>
          <a:cs typeface="+mj-cs"/>
        </a:defRPr>
      </a:lvl1pPr>
    </p:titleStyle>
    <p:bodyStyle>
      <a:lvl1pPr marL="0" indent="0" algn="l" defTabSz="28422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3CB4"/>
        </a:buClr>
        <a:buFont typeface="Frutiger for ZKB Light" panose="020B0303030504020204" pitchFamily="34" charset="0"/>
        <a:buNone/>
        <a:defRPr sz="1600" b="0" kern="1200">
          <a:solidFill>
            <a:srgbClr val="003CB4"/>
          </a:solidFill>
          <a:latin typeface="Frutiger for ZKB Light" panose="020B0303030504020204" pitchFamily="34" charset="0"/>
          <a:ea typeface="+mn-ea"/>
          <a:cs typeface="+mn-cs"/>
        </a:defRPr>
      </a:lvl1pPr>
      <a:lvl2pPr marL="284221" indent="-284221" algn="l" defTabSz="28422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3CB4"/>
        </a:buClr>
        <a:buFont typeface="Frutiger for ZKB Light" panose="020B0303030504020204" pitchFamily="34" charset="0"/>
        <a:buChar char="–"/>
        <a:defRPr sz="1600" b="0" kern="1200">
          <a:solidFill>
            <a:srgbClr val="003CB4"/>
          </a:solidFill>
          <a:latin typeface="Frutiger for ZKB Light" panose="020B0303030504020204" pitchFamily="34" charset="0"/>
          <a:ea typeface="+mn-ea"/>
          <a:cs typeface="+mn-cs"/>
        </a:defRPr>
      </a:lvl2pPr>
      <a:lvl3pPr marL="568442" indent="-284221" algn="l" defTabSz="28422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3CB4"/>
        </a:buClr>
        <a:buFont typeface="Frutiger for ZKB Light" panose="020B0303030504020204" pitchFamily="34" charset="0"/>
        <a:buChar char="–"/>
        <a:defRPr sz="1600" b="0" kern="1200">
          <a:solidFill>
            <a:srgbClr val="003CB4"/>
          </a:solidFill>
          <a:latin typeface="Frutiger for ZKB Light" panose="020B0303030504020204" pitchFamily="34" charset="0"/>
          <a:ea typeface="+mn-ea"/>
          <a:cs typeface="+mn-cs"/>
        </a:defRPr>
      </a:lvl3pPr>
      <a:lvl4pPr marL="852663" indent="-284221" algn="l" defTabSz="28422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3CB4"/>
        </a:buClr>
        <a:buFont typeface="Frutiger for ZKB Light" panose="020B0303030504020204" pitchFamily="34" charset="0"/>
        <a:buChar char="–"/>
        <a:defRPr sz="1600" b="0" kern="1200">
          <a:solidFill>
            <a:srgbClr val="003CB4"/>
          </a:solidFill>
          <a:latin typeface="Frutiger for ZKB Light" panose="020B0303030504020204" pitchFamily="34" charset="0"/>
          <a:ea typeface="+mn-ea"/>
          <a:cs typeface="+mn-cs"/>
        </a:defRPr>
      </a:lvl4pPr>
      <a:lvl5pPr marL="1136884" indent="-284221" algn="l" defTabSz="28422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3CB4"/>
        </a:buClr>
        <a:buFont typeface="Frutiger for ZKB Light" panose="020B0303030504020204" pitchFamily="34" charset="0"/>
        <a:buChar char="–"/>
        <a:defRPr sz="1600" b="0" kern="1200">
          <a:solidFill>
            <a:srgbClr val="003CB4"/>
          </a:solidFill>
          <a:latin typeface="Frutiger for ZKB Light" panose="020B03030305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937A164-1921-1BEC-95E2-D79A02E09B60}"/>
              </a:ext>
            </a:extLst>
          </p:cNvPr>
          <p:cNvSpPr/>
          <p:nvPr/>
        </p:nvSpPr>
        <p:spPr>
          <a:xfrm>
            <a:off x="315865" y="2645659"/>
            <a:ext cx="12855575" cy="2280136"/>
          </a:xfrm>
          <a:prstGeom prst="rect">
            <a:avLst/>
          </a:prstGeom>
          <a:solidFill>
            <a:srgbClr val="080F5E"/>
          </a:solidFill>
          <a:ln w="63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rtlCol="0" anchor="t" anchorCtr="0">
            <a:noAutofit/>
          </a:bodyPr>
          <a:lstStyle/>
          <a:p>
            <a:pPr marL="0" indent="-285750" algn="l" defTabSz="28422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CB4"/>
              </a:buClr>
              <a:buFont typeface="Frutiger for ZKB Light" panose="020B0303030504020204" pitchFamily="34" charset="0"/>
              <a:buNone/>
            </a:pPr>
            <a:endParaRPr lang="de-CH" sz="1600" b="0">
              <a:solidFill>
                <a:srgbClr val="003CB4"/>
              </a:solidFill>
              <a:latin typeface="Frutiger for ZKB Light" panose="020B0303030504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06029AC-9BD8-CA87-947D-00DB9068E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343" y="1328725"/>
            <a:ext cx="10908284" cy="869950"/>
          </a:xfrm>
        </p:spPr>
        <p:txBody>
          <a:bodyPr/>
          <a:lstStyle/>
          <a:p>
            <a:r>
              <a:rPr lang="de-CH" dirty="0"/>
              <a:t>Software-Entwicklung mit AI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665495B-12AA-D37B-3303-4703D48CBB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1732682" y="308686"/>
            <a:ext cx="9087875" cy="245365"/>
          </a:xfrm>
        </p:spPr>
        <p:txBody>
          <a:bodyPr/>
          <a:lstStyle/>
          <a:p>
            <a:r>
              <a:rPr lang="de-CH" dirty="0"/>
              <a:t>AI-gestützte Softwareentwicklung: von Idee zu Code, Tests und Doku</a:t>
            </a:r>
          </a:p>
          <a:p>
            <a:endParaRPr lang="de-CH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E38F6CF-13DA-EF53-D0D2-9695E05EB8E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602053" y="636376"/>
            <a:ext cx="9087875" cy="245365"/>
          </a:xfrm>
        </p:spPr>
        <p:txBody>
          <a:bodyPr/>
          <a:lstStyle/>
          <a:p>
            <a:r>
              <a:rPr lang="de-CH" dirty="0"/>
              <a:t>Jürg Good, 13.1.2026</a:t>
            </a:r>
          </a:p>
        </p:txBody>
      </p:sp>
    </p:spTree>
    <p:extLst>
      <p:ext uri="{BB962C8B-B14F-4D97-AF65-F5344CB8AC3E}">
        <p14:creationId xmlns:p14="http://schemas.microsoft.com/office/powerpoint/2010/main" val="2888517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6017A-D490-C525-5E87-B6C1AF2B5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4243A-9EC3-DC90-DD30-786D60713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 dirty="0"/>
              <a:t>Demo &amp; </a:t>
            </a:r>
            <a:r>
              <a:rPr b="1" dirty="0" err="1"/>
              <a:t>Kontext</a:t>
            </a:r>
            <a:endParaRPr b="1" dirty="0"/>
          </a:p>
          <a:p>
            <a:pPr lvl="1"/>
            <a:r>
              <a:rPr dirty="0"/>
              <a:t>Angular Web &amp; Android App</a:t>
            </a:r>
            <a:endParaRPr lang="en-US" dirty="0"/>
          </a:p>
          <a:p>
            <a:pPr lvl="1"/>
            <a:endParaRPr dirty="0"/>
          </a:p>
          <a:p>
            <a:pPr lvl="0"/>
            <a:r>
              <a:rPr b="1" dirty="0"/>
              <a:t>AI-</a:t>
            </a:r>
            <a:r>
              <a:rPr b="1" dirty="0" err="1"/>
              <a:t>Werkzeuge</a:t>
            </a:r>
            <a:endParaRPr b="1" dirty="0"/>
          </a:p>
          <a:p>
            <a:pPr lvl="1"/>
            <a:r>
              <a:rPr dirty="0"/>
              <a:t>Junie AI, ChatGPT</a:t>
            </a:r>
            <a:endParaRPr lang="en-US" dirty="0"/>
          </a:p>
          <a:p>
            <a:pPr lvl="1"/>
            <a:endParaRPr dirty="0"/>
          </a:p>
          <a:p>
            <a:pPr lvl="0"/>
            <a:r>
              <a:rPr b="1" dirty="0"/>
              <a:t>Praxis</a:t>
            </a:r>
          </a:p>
          <a:p>
            <a:pPr lvl="1"/>
            <a:r>
              <a:rPr dirty="0" err="1"/>
              <a:t>Vorgehensweise</a:t>
            </a:r>
            <a:r>
              <a:rPr dirty="0"/>
              <a:t> &amp; </a:t>
            </a:r>
            <a:r>
              <a:rPr dirty="0" err="1"/>
              <a:t>Beispiele</a:t>
            </a:r>
            <a:endParaRPr dirty="0"/>
          </a:p>
          <a:p>
            <a:pPr lvl="1"/>
            <a:r>
              <a:rPr lang="en-US" dirty="0"/>
              <a:t>Wir</a:t>
            </a:r>
            <a:r>
              <a:rPr dirty="0"/>
              <a:t> </a:t>
            </a:r>
            <a:r>
              <a:rPr dirty="0" err="1"/>
              <a:t>implementiert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dirty="0"/>
              <a:t> Feature</a:t>
            </a:r>
            <a:endParaRPr lang="en-US" dirty="0"/>
          </a:p>
          <a:p>
            <a:pPr lvl="1"/>
            <a:endParaRPr dirty="0"/>
          </a:p>
          <a:p>
            <a:pPr lvl="0"/>
            <a:r>
              <a:rPr b="1" dirty="0" err="1"/>
              <a:t>Einordnung</a:t>
            </a:r>
            <a:endParaRPr b="1" dirty="0"/>
          </a:p>
          <a:p>
            <a:pPr lvl="1"/>
            <a:r>
              <a:rPr dirty="0" err="1"/>
              <a:t>Fazit</a:t>
            </a:r>
            <a:r>
              <a:rPr dirty="0"/>
              <a:t> &amp; </a:t>
            </a:r>
            <a:r>
              <a:rPr dirty="0" err="1"/>
              <a:t>Ausblick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E9A73-1ED0-3410-F8C0-EF5D675D2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Anwendungsübersicht</a:t>
            </a:r>
          </a:p>
        </p:txBody>
      </p:sp>
      <p:pic>
        <p:nvPicPr>
          <p:cNvPr id="3" name="Picture 1" descr="files/images/angular_task_menu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83973" y="2102364"/>
            <a:ext cx="5463469" cy="3669095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 txBox="1">
            <a:spLocks noGrp="1"/>
          </p:cNvSpPr>
          <p:nvPr>
            <p:ph idx="1"/>
          </p:nvPr>
        </p:nvSpPr>
        <p:spPr>
          <a:xfrm>
            <a:off x="883973" y="5958931"/>
            <a:ext cx="5463469" cy="535634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b="1"/>
              <a:t>Angular Web-UI</a:t>
            </a:r>
            <a:r>
              <a:t> www.goodone.ch</a:t>
            </a:r>
          </a:p>
        </p:txBody>
      </p:sp>
      <p:pic>
        <p:nvPicPr>
          <p:cNvPr id="5" name="Picture 1" descr="files/images/android_task_menu.png"/>
          <p:cNvPicPr>
            <a:picLocks noGrp="1"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7124111" y="1914892"/>
            <a:ext cx="4231511" cy="4044039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TextBox 3"/>
          <p:cNvSpPr txBox="1">
            <a:spLocks noGrp="1"/>
          </p:cNvSpPr>
          <p:nvPr>
            <p:ph idx="1"/>
          </p:nvPr>
        </p:nvSpPr>
        <p:spPr>
          <a:xfrm>
            <a:off x="6508132" y="5958931"/>
            <a:ext cx="5463469" cy="535634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b="1"/>
              <a:t>Android 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6017A-D490-C525-5E87-B6C1AF2B5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Architekturübersicht – Infrastruktur</a:t>
            </a:r>
          </a:p>
        </p:txBody>
      </p:sp>
      <p:pic>
        <p:nvPicPr>
          <p:cNvPr id="3" name="Picture 1" descr="files/generated/architecture_overview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29098" y="1914892"/>
            <a:ext cx="5597378" cy="4579673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6017A-D490-C525-5E87-B6C1AF2B5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unterstützte Entwicklung</a:t>
            </a:r>
          </a:p>
        </p:txBody>
      </p:sp>
      <p:pic>
        <p:nvPicPr>
          <p:cNvPr id="3" name="Picture 1" descr="files/images/IdeIntegration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98002" y="1914892"/>
            <a:ext cx="7672961" cy="4579673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6017A-D490-C525-5E87-B6C1AF2B5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Architekturübersicht – Logisch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4243A-9EC3-DC90-DD30-786D60713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 dirty="0"/>
              <a:t>Clients</a:t>
            </a:r>
          </a:p>
          <a:p>
            <a:pPr lvl="1"/>
            <a:r>
              <a:rPr dirty="0"/>
              <a:t>Angular Web-UI</a:t>
            </a:r>
          </a:p>
          <a:p>
            <a:pPr lvl="1"/>
            <a:r>
              <a:rPr dirty="0"/>
              <a:t>Android App (Jetpack Compose)</a:t>
            </a:r>
          </a:p>
          <a:p>
            <a:pPr lvl="1"/>
            <a:r>
              <a:rPr dirty="0"/>
              <a:t>Test-Daten-Generator</a:t>
            </a:r>
            <a:endParaRPr lang="en-US" dirty="0"/>
          </a:p>
          <a:p>
            <a:pPr lvl="1"/>
            <a:endParaRPr dirty="0"/>
          </a:p>
          <a:p>
            <a:pPr lvl="0"/>
            <a:r>
              <a:rPr b="1" dirty="0"/>
              <a:t>Backend</a:t>
            </a:r>
          </a:p>
          <a:p>
            <a:pPr lvl="1"/>
            <a:r>
              <a:rPr dirty="0"/>
              <a:t>Java, Spring Boot REST-API</a:t>
            </a:r>
            <a:endParaRPr lang="en-US" dirty="0"/>
          </a:p>
          <a:p>
            <a:pPr lvl="1"/>
            <a:endParaRPr dirty="0"/>
          </a:p>
          <a:p>
            <a:pPr lvl="0"/>
            <a:r>
              <a:rPr b="1" dirty="0" err="1"/>
              <a:t>Persistenz</a:t>
            </a:r>
            <a:endParaRPr b="1" dirty="0"/>
          </a:p>
          <a:p>
            <a:pPr lvl="1"/>
            <a:r>
              <a:rPr dirty="0"/>
              <a:t>PostgreSQL (AWS RDS)</a:t>
            </a:r>
          </a:p>
          <a:p>
            <a:pPr lvl="1"/>
            <a:r>
              <a:rPr dirty="0" err="1"/>
              <a:t>Lokal</a:t>
            </a:r>
            <a:r>
              <a:rPr dirty="0"/>
              <a:t>: H2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6017A-D490-C525-5E87-B6C1AF2B5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Toolset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4243A-9EC3-DC90-DD30-786D60713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 dirty="0"/>
              <a:t>Junie AI (JetBrains)</a:t>
            </a:r>
          </a:p>
          <a:p>
            <a:pPr lvl="1"/>
            <a:r>
              <a:rPr dirty="0"/>
              <a:t>Code-</a:t>
            </a:r>
            <a:r>
              <a:rPr dirty="0" err="1"/>
              <a:t>Generierung</a:t>
            </a:r>
            <a:r>
              <a:rPr dirty="0"/>
              <a:t>, Refactoring, Tests</a:t>
            </a:r>
            <a:endParaRPr lang="en-US" dirty="0"/>
          </a:p>
          <a:p>
            <a:pPr lvl="1"/>
            <a:endParaRPr dirty="0"/>
          </a:p>
          <a:p>
            <a:pPr lvl="0"/>
            <a:r>
              <a:rPr b="1" dirty="0"/>
              <a:t>ChatGPT (OpenAI)</a:t>
            </a:r>
          </a:p>
          <a:p>
            <a:pPr lvl="1"/>
            <a:r>
              <a:rPr dirty="0"/>
              <a:t>UX-Design, Architektur-Reviews, </a:t>
            </a:r>
            <a:r>
              <a:rPr dirty="0" err="1"/>
              <a:t>Konzeptarbeit</a:t>
            </a:r>
            <a:endParaRPr lang="en-US" dirty="0"/>
          </a:p>
          <a:p>
            <a:pPr lvl="1"/>
            <a:endParaRPr dirty="0"/>
          </a:p>
          <a:p>
            <a:pPr lvl="0"/>
            <a:r>
              <a:rPr b="1" dirty="0"/>
              <a:t>IDE-Integration</a:t>
            </a:r>
          </a:p>
          <a:p>
            <a:pPr lvl="1"/>
            <a:r>
              <a:rPr dirty="0"/>
              <a:t>IntelliJ IDEA, Android Studio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6017A-D490-C525-5E87-B6C1AF2B5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Vorgehen bei Design durch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4243A-9EC3-DC90-DD30-786D60713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82072" indent="-482072">
              <a:buAutoNum type="arabicPeriod"/>
            </a:pPr>
            <a:r>
              <a:rPr b="1" dirty="0"/>
              <a:t>Prompting</a:t>
            </a:r>
          </a:p>
          <a:p>
            <a:pPr lvl="1"/>
            <a:r>
              <a:rPr dirty="0"/>
              <a:t>Ziel und </a:t>
            </a:r>
            <a:r>
              <a:rPr dirty="0" err="1"/>
              <a:t>Kontext</a:t>
            </a:r>
            <a:r>
              <a:rPr dirty="0"/>
              <a:t> </a:t>
            </a:r>
            <a:r>
              <a:rPr dirty="0" err="1"/>
              <a:t>definieren</a:t>
            </a:r>
            <a:endParaRPr lang="en-US" dirty="0"/>
          </a:p>
          <a:p>
            <a:pPr lvl="1"/>
            <a:endParaRPr dirty="0"/>
          </a:p>
          <a:p>
            <a:pPr marL="482072" indent="-482072">
              <a:buAutoNum type="arabicPeriod"/>
            </a:pPr>
            <a:r>
              <a:rPr b="1" dirty="0" err="1"/>
              <a:t>Struktur</a:t>
            </a:r>
            <a:endParaRPr b="1" dirty="0"/>
          </a:p>
          <a:p>
            <a:pPr lvl="1"/>
            <a:r>
              <a:rPr dirty="0" err="1"/>
              <a:t>Entitäten</a:t>
            </a:r>
            <a:r>
              <a:rPr dirty="0"/>
              <a:t>, Attribute, </a:t>
            </a:r>
            <a:r>
              <a:rPr dirty="0" err="1"/>
              <a:t>Menüs</a:t>
            </a:r>
            <a:endParaRPr lang="en-US" dirty="0"/>
          </a:p>
          <a:p>
            <a:pPr lvl="1"/>
            <a:endParaRPr dirty="0"/>
          </a:p>
          <a:p>
            <a:pPr marL="482072" indent="-482072">
              <a:buAutoNum type="arabicPeriod"/>
            </a:pPr>
            <a:r>
              <a:rPr b="1" dirty="0" err="1"/>
              <a:t>Planung</a:t>
            </a:r>
            <a:endParaRPr b="1" dirty="0"/>
          </a:p>
          <a:p>
            <a:pPr lvl="1"/>
            <a:r>
              <a:rPr dirty="0" err="1"/>
              <a:t>Detaillierter</a:t>
            </a:r>
            <a:r>
              <a:rPr dirty="0"/>
              <a:t> Markdown-Plan</a:t>
            </a:r>
            <a:endParaRPr lang="en-US" dirty="0"/>
          </a:p>
          <a:p>
            <a:pPr lvl="1"/>
            <a:endParaRPr dirty="0"/>
          </a:p>
          <a:p>
            <a:pPr marL="482072" indent="-482072">
              <a:buAutoNum type="arabicPeriod"/>
            </a:pPr>
            <a:r>
              <a:rPr b="1" dirty="0"/>
              <a:t>Review</a:t>
            </a:r>
          </a:p>
          <a:p>
            <a:pPr lvl="1"/>
            <a:r>
              <a:rPr dirty="0" err="1"/>
              <a:t>Entwickler</a:t>
            </a:r>
            <a:r>
              <a:rPr dirty="0"/>
              <a:t> </a:t>
            </a:r>
            <a:r>
              <a:rPr dirty="0" err="1"/>
              <a:t>prüft</a:t>
            </a:r>
            <a:r>
              <a:rPr dirty="0"/>
              <a:t> &amp; </a:t>
            </a:r>
            <a:r>
              <a:rPr dirty="0" err="1"/>
              <a:t>ergänzt</a:t>
            </a:r>
            <a:endParaRPr lang="en-US" dirty="0"/>
          </a:p>
          <a:p>
            <a:pPr lvl="1"/>
            <a:endParaRPr dirty="0"/>
          </a:p>
          <a:p>
            <a:pPr marL="482072" indent="-482072">
              <a:buAutoNum type="arabicPeriod"/>
            </a:pPr>
            <a:r>
              <a:rPr b="1" dirty="0" err="1"/>
              <a:t>Implementierung</a:t>
            </a:r>
            <a:endParaRPr b="1" dirty="0"/>
          </a:p>
          <a:p>
            <a:pPr lvl="1"/>
            <a:r>
              <a:rPr dirty="0"/>
              <a:t>Code + Tests </a:t>
            </a:r>
            <a:r>
              <a:rPr dirty="0" err="1"/>
              <a:t>durch</a:t>
            </a:r>
            <a:r>
              <a:rPr dirty="0"/>
              <a:t> AI</a:t>
            </a:r>
            <a:endParaRPr lang="en-US" dirty="0"/>
          </a:p>
          <a:p>
            <a:pPr lvl="1"/>
            <a:endParaRPr dirty="0"/>
          </a:p>
          <a:p>
            <a:pPr marL="482072" indent="-482072">
              <a:buAutoNum type="arabicPeriod"/>
            </a:pPr>
            <a:r>
              <a:rPr b="1" dirty="0" err="1"/>
              <a:t>Qualität</a:t>
            </a:r>
            <a:endParaRPr b="1" dirty="0"/>
          </a:p>
          <a:p>
            <a:pPr lvl="1"/>
            <a:r>
              <a:rPr dirty="0" err="1"/>
              <a:t>Entwickler</a:t>
            </a:r>
            <a:r>
              <a:rPr dirty="0"/>
              <a:t> </a:t>
            </a:r>
            <a:r>
              <a:rPr dirty="0" err="1"/>
              <a:t>bleibt</a:t>
            </a:r>
            <a:r>
              <a:rPr dirty="0"/>
              <a:t> </a:t>
            </a:r>
            <a:r>
              <a:rPr dirty="0" err="1"/>
              <a:t>verantwortlich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6017A-D490-C525-5E87-B6C1AF2B5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Prompting-Beispiele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4243A-9EC3-DC90-DD30-786D60713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dirty="0" err="1"/>
              <a:t>Implementiere</a:t>
            </a:r>
            <a:r>
              <a:rPr dirty="0"/>
              <a:t> …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dirty="0"/>
              <a:t>Android App </a:t>
            </a:r>
            <a:r>
              <a:rPr dirty="0" err="1"/>
              <a:t>mit</a:t>
            </a:r>
            <a:r>
              <a:rPr dirty="0"/>
              <a:t> </a:t>
            </a:r>
            <a:r>
              <a:rPr dirty="0" err="1"/>
              <a:t>identischen</a:t>
            </a:r>
            <a:r>
              <a:rPr dirty="0"/>
              <a:t> Features </a:t>
            </a:r>
            <a:r>
              <a:rPr dirty="0" err="1"/>
              <a:t>wie</a:t>
            </a:r>
            <a:r>
              <a:rPr dirty="0"/>
              <a:t> Web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dirty="0"/>
              <a:t>Read-only Admin Access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dirty="0" err="1"/>
              <a:t>Behebe</a:t>
            </a:r>
            <a:r>
              <a:rPr dirty="0"/>
              <a:t> Defekt XYZ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dirty="0"/>
              <a:t>AWS Cloud Deployment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dirty="0"/>
              <a:t>UI-</a:t>
            </a:r>
            <a:r>
              <a:rPr dirty="0" err="1"/>
              <a:t>Integrationstests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Cypress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dirty="0" err="1"/>
              <a:t>Architektur-Diagramm</a:t>
            </a:r>
            <a:endParaRPr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dirty="0"/>
              <a:t>Confluence-</a:t>
            </a:r>
            <a:r>
              <a:rPr dirty="0" err="1"/>
              <a:t>Dokumentation</a:t>
            </a:r>
            <a:endParaRPr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dirty="0" err="1"/>
              <a:t>Powerpoint-Päsentation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6017A-D490-C525-5E87-B6C1AF2B5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KI-gestützt mit Junie (IDE-zentriert)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4243A-9EC3-DC90-DD30-786D60713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dirty="0" err="1"/>
              <a:t>Direkte</a:t>
            </a:r>
            <a:r>
              <a:rPr dirty="0"/>
              <a:t> IDE-Integration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dirty="0" err="1"/>
              <a:t>Kontext</a:t>
            </a:r>
            <a:r>
              <a:rPr dirty="0"/>
              <a:t> </a:t>
            </a:r>
            <a:r>
              <a:rPr dirty="0" err="1"/>
              <a:t>aus</a:t>
            </a:r>
            <a:r>
              <a:rPr dirty="0"/>
              <a:t> Projekt &amp; Code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dirty="0"/>
              <a:t>Schnelle </a:t>
            </a:r>
            <a:r>
              <a:rPr dirty="0" err="1"/>
              <a:t>Iterationen</a:t>
            </a:r>
            <a:endParaRPr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dirty="0" err="1"/>
              <a:t>Fokus</a:t>
            </a:r>
            <a:r>
              <a:rPr dirty="0"/>
              <a:t> auf </a:t>
            </a:r>
            <a:r>
              <a:rPr dirty="0" err="1"/>
              <a:t>Implementierung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6017A-D490-C525-5E87-B6C1AF2B5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ChatGPT (extern &amp; beratend)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4243A-9EC3-DC90-DD30-786D60713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dirty="0" err="1"/>
              <a:t>Architektur</a:t>
            </a:r>
            <a:r>
              <a:rPr dirty="0"/>
              <a:t>- &amp; UX-Feedback</a:t>
            </a: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dirty="0"/>
              <a:t>Alternative </a:t>
            </a:r>
            <a:r>
              <a:rPr dirty="0" err="1"/>
              <a:t>Lösungsansätze</a:t>
            </a: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dirty="0" err="1"/>
              <a:t>Formulierung</a:t>
            </a:r>
            <a:r>
              <a:rPr dirty="0"/>
              <a:t> &amp; </a:t>
            </a:r>
            <a:r>
              <a:rPr dirty="0" err="1"/>
              <a:t>Dokumentation</a:t>
            </a: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dirty="0"/>
              <a:t>Kein </a:t>
            </a:r>
            <a:r>
              <a:rPr dirty="0" err="1"/>
              <a:t>direkter</a:t>
            </a:r>
            <a:r>
              <a:rPr dirty="0"/>
              <a:t> Code-</a:t>
            </a:r>
            <a:r>
              <a:rPr dirty="0" err="1"/>
              <a:t>Zugriff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6017A-D490-C525-5E87-B6C1AF2B5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Einschränkungen im Firmenumfeld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4243A-9EC3-DC90-DD30-786D60713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 dirty="0"/>
              <a:t>Security &amp; Compliance</a:t>
            </a:r>
          </a:p>
          <a:p>
            <a:pPr lvl="1"/>
            <a:r>
              <a:rPr dirty="0" err="1"/>
              <a:t>Keine</a:t>
            </a:r>
            <a:r>
              <a:rPr dirty="0"/>
              <a:t> </a:t>
            </a:r>
            <a:r>
              <a:rPr dirty="0" err="1"/>
              <a:t>Kundendaten</a:t>
            </a:r>
            <a:r>
              <a:rPr dirty="0"/>
              <a:t> extern</a:t>
            </a:r>
            <a:endParaRPr lang="en-US" dirty="0"/>
          </a:p>
          <a:p>
            <a:pPr lvl="1"/>
            <a:endParaRPr dirty="0"/>
          </a:p>
          <a:p>
            <a:pPr lvl="0"/>
            <a:r>
              <a:rPr b="1" dirty="0"/>
              <a:t>Tool-</a:t>
            </a:r>
            <a:r>
              <a:rPr b="1" dirty="0" err="1"/>
              <a:t>Vorgaben</a:t>
            </a:r>
            <a:endParaRPr b="1" dirty="0"/>
          </a:p>
          <a:p>
            <a:pPr lvl="1"/>
            <a:r>
              <a:rPr dirty="0" err="1"/>
              <a:t>Zentrale</a:t>
            </a:r>
            <a:r>
              <a:rPr dirty="0"/>
              <a:t> AI-</a:t>
            </a:r>
            <a:r>
              <a:rPr dirty="0" err="1"/>
              <a:t>Freigaben</a:t>
            </a:r>
            <a:endParaRPr lang="en-US" dirty="0"/>
          </a:p>
          <a:p>
            <a:pPr lvl="1"/>
            <a:endParaRPr dirty="0"/>
          </a:p>
          <a:p>
            <a:pPr lvl="0"/>
            <a:r>
              <a:rPr b="1" dirty="0"/>
              <a:t>Technologie-Gap</a:t>
            </a:r>
          </a:p>
          <a:p>
            <a:pPr lvl="1"/>
            <a:r>
              <a:rPr dirty="0" err="1"/>
              <a:t>Verzögerter</a:t>
            </a:r>
            <a:r>
              <a:rPr dirty="0"/>
              <a:t> </a:t>
            </a:r>
            <a:r>
              <a:rPr dirty="0" err="1"/>
              <a:t>Zugang</a:t>
            </a:r>
            <a:r>
              <a:rPr dirty="0"/>
              <a:t> </a:t>
            </a:r>
            <a:r>
              <a:rPr dirty="0" err="1"/>
              <a:t>zu</a:t>
            </a:r>
            <a:r>
              <a:rPr dirty="0"/>
              <a:t> </a:t>
            </a:r>
            <a:r>
              <a:rPr dirty="0" err="1"/>
              <a:t>aktuellen</a:t>
            </a:r>
            <a:r>
              <a:rPr dirty="0"/>
              <a:t> </a:t>
            </a:r>
            <a:r>
              <a:rPr dirty="0" err="1"/>
              <a:t>Modellen</a:t>
            </a:r>
            <a:endParaRPr lang="en-US" dirty="0"/>
          </a:p>
          <a:p>
            <a:pPr lvl="1"/>
            <a:endParaRPr dirty="0"/>
          </a:p>
          <a:p>
            <a:pPr lvl="0"/>
            <a:r>
              <a:rPr b="1" dirty="0"/>
              <a:t>Know-how</a:t>
            </a:r>
          </a:p>
          <a:p>
            <a:pPr lvl="1"/>
            <a:r>
              <a:rPr dirty="0"/>
              <a:t>Prompting-</a:t>
            </a:r>
            <a:r>
              <a:rPr dirty="0" err="1"/>
              <a:t>Kompetenz</a:t>
            </a:r>
            <a:r>
              <a:rPr dirty="0"/>
              <a:t> </a:t>
            </a:r>
            <a:r>
              <a:rPr dirty="0" err="1"/>
              <a:t>nötig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6017A-D490-C525-5E87-B6C1AF2B5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Fazit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4243A-9EC3-DC90-DD30-786D60713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 dirty="0"/>
              <a:t>Demo </a:t>
            </a:r>
            <a:r>
              <a:rPr b="1" dirty="0" err="1"/>
              <a:t>bestätigt</a:t>
            </a:r>
            <a:r>
              <a:rPr dirty="0"/>
              <a:t>: AI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produktionsreif</a:t>
            </a:r>
            <a:endParaRPr lang="en-US" dirty="0"/>
          </a:p>
          <a:p>
            <a:pPr lvl="0"/>
            <a:endParaRPr dirty="0"/>
          </a:p>
          <a:p>
            <a:pPr lvl="0"/>
            <a:r>
              <a:rPr b="1" dirty="0" err="1"/>
              <a:t>Werkzeuge</a:t>
            </a:r>
            <a:r>
              <a:rPr dirty="0"/>
              <a:t>: Junie &amp; ChatGPT </a:t>
            </a:r>
            <a:r>
              <a:rPr dirty="0" err="1"/>
              <a:t>ergänzen</a:t>
            </a:r>
            <a:r>
              <a:rPr dirty="0"/>
              <a:t> </a:t>
            </a:r>
            <a:r>
              <a:rPr dirty="0" err="1"/>
              <a:t>sich</a:t>
            </a:r>
            <a:r>
              <a:rPr dirty="0"/>
              <a:t> ideal</a:t>
            </a:r>
            <a:endParaRPr lang="en-US" dirty="0"/>
          </a:p>
          <a:p>
            <a:pPr lvl="0"/>
            <a:endParaRPr dirty="0"/>
          </a:p>
          <a:p>
            <a:pPr lvl="0"/>
            <a:r>
              <a:rPr b="1" dirty="0"/>
              <a:t>Praxis</a:t>
            </a:r>
            <a:r>
              <a:rPr dirty="0"/>
              <a:t>: Weniger Code, </a:t>
            </a:r>
            <a:r>
              <a:rPr dirty="0" err="1"/>
              <a:t>mehr</a:t>
            </a:r>
            <a:r>
              <a:rPr dirty="0"/>
              <a:t> </a:t>
            </a:r>
            <a:r>
              <a:rPr dirty="0" err="1"/>
              <a:t>Qualität</a:t>
            </a:r>
            <a:endParaRPr lang="en-US" dirty="0"/>
          </a:p>
          <a:p>
            <a:pPr lvl="0"/>
            <a:endParaRPr dirty="0"/>
          </a:p>
          <a:p>
            <a:pPr lvl="0"/>
            <a:r>
              <a:rPr b="1" dirty="0" err="1"/>
              <a:t>Ausblick</a:t>
            </a:r>
            <a:r>
              <a:rPr dirty="0"/>
              <a:t>: AI-</a:t>
            </a:r>
            <a:r>
              <a:rPr dirty="0" err="1"/>
              <a:t>gestützte</a:t>
            </a:r>
            <a:r>
              <a:rPr dirty="0"/>
              <a:t> </a:t>
            </a:r>
            <a:r>
              <a:rPr dirty="0" err="1"/>
              <a:t>Entwicklung</a:t>
            </a:r>
            <a:r>
              <a:rPr dirty="0"/>
              <a:t> </a:t>
            </a:r>
            <a:r>
              <a:rPr dirty="0" err="1"/>
              <a:t>wird</a:t>
            </a:r>
            <a:r>
              <a:rPr dirty="0"/>
              <a:t> Standard</a:t>
            </a:r>
          </a:p>
          <a:p>
            <a:pPr>
              <a:spcBef>
                <a:spcPts val="3163"/>
              </a:spcBef>
            </a:pPr>
            <a:r>
              <a:rPr b="1" dirty="0"/>
              <a:t>Schneller </a:t>
            </a:r>
            <a:r>
              <a:rPr b="1" dirty="0" err="1"/>
              <a:t>bauen</a:t>
            </a:r>
            <a:r>
              <a:rPr b="1" dirty="0"/>
              <a:t>. Besser verstehen. </a:t>
            </a:r>
            <a:r>
              <a:rPr b="1" dirty="0" err="1"/>
              <a:t>Qualität</a:t>
            </a:r>
            <a:r>
              <a:rPr b="1" dirty="0"/>
              <a:t> </a:t>
            </a:r>
            <a:r>
              <a:rPr b="1" dirty="0" err="1"/>
              <a:t>sichern</a:t>
            </a:r>
            <a:r>
              <a:rPr b="1" dirty="0"/>
              <a:t>.</a:t>
            </a:r>
          </a:p>
          <a:p>
            <a:pPr>
              <a:spcBef>
                <a:spcPts val="3163"/>
              </a:spcBef>
            </a:pPr>
            <a:r>
              <a:rPr b="1" dirty="0"/>
              <a:t>Mit Junie AI &amp; ChatGPT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9464295"/>
      </p:ext>
    </p:extLst>
  </p:cSld>
  <p:clrMapOvr>
    <a:masterClrMapping/>
  </p:clrMapOvr>
</p:sld>
</file>

<file path=ppt/theme/theme1.xml><?xml version="1.0" encoding="utf-8"?>
<a:theme xmlns:a="http://schemas.openxmlformats.org/drawingml/2006/main" name="ZKB2025">
  <a:themeElements>
    <a:clrScheme name="ZKB2025">
      <a:dk1>
        <a:srgbClr val="003CB4"/>
      </a:dk1>
      <a:lt1>
        <a:sysClr val="window" lastClr="FFFFFF"/>
      </a:lt1>
      <a:dk2>
        <a:srgbClr val="003CB4"/>
      </a:dk2>
      <a:lt2>
        <a:srgbClr val="EDF5FF"/>
      </a:lt2>
      <a:accent1>
        <a:srgbClr val="003CB4"/>
      </a:accent1>
      <a:accent2>
        <a:srgbClr val="D2E6FE"/>
      </a:accent2>
      <a:accent3>
        <a:srgbClr val="A0CAFD"/>
      </a:accent3>
      <a:accent4>
        <a:srgbClr val="82D0F7"/>
      </a:accent4>
      <a:accent5>
        <a:srgbClr val="1264F3"/>
      </a:accent5>
      <a:accent6>
        <a:srgbClr val="2BB3EE"/>
      </a:accent6>
      <a:hlink>
        <a:srgbClr val="003CB4"/>
      </a:hlink>
      <a:folHlink>
        <a:srgbClr val="003CB4"/>
      </a:folHlink>
    </a:clrScheme>
    <a:fontScheme name="ZKB2025">
      <a:majorFont>
        <a:latin typeface="Frutiger for ZKB Light"/>
        <a:ea typeface=""/>
        <a:cs typeface=""/>
      </a:majorFont>
      <a:minorFont>
        <a:latin typeface="Frutiger for ZKB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635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</a:extLst>
      </a:spPr>
      <a:bodyPr vert="horz" wrap="square" lIns="0" tIns="0" rIns="0" bIns="0" rtlCol="0" anchor="t" anchorCtr="0">
        <a:noAutofit/>
      </a:bodyPr>
      <a:lstStyle>
        <a:defPPr marL="0" indent="-285750" algn="l" defTabSz="284221" rtl="0" eaLnBrk="1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>
            <a:srgbClr val="003CB4"/>
          </a:buClr>
          <a:buFont typeface="Frutiger for ZKB Light" panose="020B0303030504020204" pitchFamily="34" charset="0"/>
          <a:buNone/>
          <a:defRPr sz="1600" b="0" smtClean="0">
            <a:solidFill>
              <a:srgbClr val="003CB4"/>
            </a:solidFill>
            <a:latin typeface="Frutiger for ZKB Light" panose="020B0303030504020204" pitchFamily="34" charset="0"/>
          </a:defRPr>
        </a:defPPr>
      </a:lst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</a:extLst>
      </a:spPr>
      <a:bodyPr vert="horz" wrap="square" lIns="0" tIns="0" rIns="0" bIns="0" rtlCol="0" anchor="t" anchorCtr="0">
        <a:noAutofit/>
      </a:bodyPr>
      <a:lstStyle>
        <a:defPPr marL="0" indent="-285750" algn="l" defTabSz="284221" rtl="0" eaLnBrk="1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>
            <a:srgbClr val="003CB4"/>
          </a:buClr>
          <a:buFont typeface="Frutiger for ZKB Light" panose="020B0303030504020204" pitchFamily="34" charset="0"/>
          <a:buNone/>
          <a:defRPr sz="1600" b="0" smtClean="0">
            <a:solidFill>
              <a:srgbClr val="003CB4"/>
            </a:solidFill>
            <a:latin typeface="Frutiger for ZKB Light" panose="020B0303030504020204" pitchFamily="34" charset="0"/>
          </a:defRPr>
        </a:defPPr>
      </a:lstStyle>
    </a:txDef>
  </a:objectDefaults>
  <a:extraClrSchemeLst/>
  <a:custClrLst>
    <a:custClr name="Züriblau 50 (RGB=237,245,255)">
      <a:srgbClr val="EDF5FF"/>
    </a:custClr>
    <a:custClr name="Züriblau 100 (RGB=210,230,254)">
      <a:srgbClr val="D2E6FE"/>
    </a:custClr>
    <a:custClr name="Züriblau 200 (RGB=160,202,253)">
      <a:srgbClr val="A0CAFD"/>
    </a:custClr>
    <a:custClr name="Züriblau 300 (RGB=101,166,251)">
      <a:srgbClr val="65A6FB"/>
    </a:custClr>
    <a:custClr name="Züriblau 400 (RGB=61,135,245)">
      <a:srgbClr val="3D87F5"/>
    </a:custClr>
    <a:custClr name="Züriblau 500 (RGB=18,100,243)">
      <a:srgbClr val="1264F3"/>
    </a:custClr>
    <a:custClr name="Züriblau 600 (RGB=0,60,180)">
      <a:srgbClr val="003CB4"/>
    </a:custClr>
    <a:custClr name="Züriblau 700 (RGB=18,41,129)">
      <a:srgbClr val="122981"/>
    </a:custClr>
    <a:custClr name="Züriblau 800 (RGB=8, 15, 94)">
      <a:srgbClr val="080F5E"/>
    </a:custClr>
    <a:custClr name="Weiss">
      <a:srgbClr val="FFFFFF"/>
    </a:custClr>
    <a:custClr name="Lichtblau 200 (RGB=130,208,247)">
      <a:srgbClr val="82D0F7"/>
    </a:custClr>
    <a:custClr name="Lichtblau 300 (RGB=43,179,238)">
      <a:srgbClr val="2BB3EE"/>
    </a:custClr>
    <a:custClr name="Grün 200 (RGB=104,217,177)">
      <a:srgbClr val="68D9B1"/>
    </a:custClr>
    <a:custClr name="Grün 300 (RGB=41,186,136)">
      <a:srgbClr val="29BA88"/>
    </a:custClr>
    <a:custClr name="Violett 200 (RGB=211,190,244)">
      <a:srgbClr val="D3BEF4"/>
    </a:custClr>
    <a:custClr name="Violett 300 (RGB=186,150,233)">
      <a:srgbClr val="BA96E9"/>
    </a:custClr>
    <a:custClr name="Rot 200 (RGB=251,185,182)">
      <a:srgbClr val="FBB9B6"/>
    </a:custClr>
    <a:custClr name="Rot 300 (RGB=248,131,129)">
      <a:srgbClr val="F88381"/>
    </a:custClr>
    <a:custClr name="Weiss">
      <a:srgbClr val="FFFFFF"/>
    </a:custClr>
    <a:custClr name="Weiss">
      <a:srgbClr val="FFFFFF"/>
    </a:custClr>
  </a:custClrLst>
  <a:extLst>
    <a:ext uri="{05A4C25C-085E-4340-85A3-A5531E510DB2}">
      <thm15:themeFamily xmlns:thm15="http://schemas.microsoft.com/office/thememl/2012/main" name="ZKB.potx" id="{47C8182C-368B-4A15-A751-AAA6DCC8F9DA}" vid="{7C097A40-BF7A-489E-B365-E38083E4814D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ZKB</Template>
  <TotalTime>0</TotalTime>
  <Words>592</Words>
  <Application>Microsoft Office PowerPoint</Application>
  <PresentationFormat>Custom</PresentationFormat>
  <Paragraphs>127</Paragraphs>
  <Slides>14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Frutiger for ZKB Light</vt:lpstr>
      <vt:lpstr>ZKB2025</vt:lpstr>
      <vt:lpstr>Software-Entwicklung mit AI</vt:lpstr>
      <vt:lpstr>Agenda</vt:lpstr>
      <vt:lpstr>Anwendungsübersicht</vt:lpstr>
      <vt:lpstr>Architekturübersicht – Infrastruktur</vt:lpstr>
      <vt:lpstr>AI unterstützte Entwicklung</vt:lpstr>
      <vt:lpstr>Architekturübersicht – Logisch</vt:lpstr>
      <vt:lpstr>AI Toolset</vt:lpstr>
      <vt:lpstr>Vorgehen bei Design durch AI</vt:lpstr>
      <vt:lpstr>Prompting-Beispiele</vt:lpstr>
      <vt:lpstr>KI-gestützt mit Junie (IDE-zentriert)</vt:lpstr>
      <vt:lpstr>ChatGPT (extern &amp; beratend)</vt:lpstr>
      <vt:lpstr>Einschränkungen im Firmenumfeld</vt:lpstr>
      <vt:lpstr>Fazit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Good Jürg</dc:creator>
  <cp:lastModifiedBy>Juerg Good</cp:lastModifiedBy>
  <cp:revision>2</cp:revision>
  <dcterms:created xsi:type="dcterms:W3CDTF">2026-01-14T06:39:31Z</dcterms:created>
  <dcterms:modified xsi:type="dcterms:W3CDTF">2026-01-14T14:49:25Z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Language">
    <vt:lpwstr>de</vt:lpwstr>
  </property>
  <property fmtid="{D5CDD505-2E9C-101B-9397-08002B2CF9AE}" pid="3" name="CompanyLayout">
    <vt:lpwstr>ZKB</vt:lpwstr>
  </property>
  <property fmtid="{D5CDD505-2E9C-101B-9397-08002B2CF9AE}" pid="4" name="TemplateVersion">
    <vt:i4>13</vt:i4>
  </property>
  <property fmtid="{D5CDD505-2E9C-101B-9397-08002B2CF9AE}" pid="5" name="TemplateMinorVersion">
    <vt:lpwstr>H</vt:lpwstr>
  </property>
  <property fmtid="{D5CDD505-2E9C-101B-9397-08002B2CF9AE}" pid="6" name="TemplateType">
    <vt:lpwstr>redfox</vt:lpwstr>
  </property>
</Properties>
</file>