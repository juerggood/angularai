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Accelerating Full-Stack Development with Junie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Case Study on the AngularAI Project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Overview: The 'AngularAI'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Experience: Seamless task management across Web and Mobile.</a:t>
            </a:r>
          </a:p>
          <a:p>
            <a:pPr/>
            <a:r>
              <a:t>Web App: Modern Angular dashboard using Material Design.</a:t>
            </a:r>
          </a:p>
          <a:p>
            <a:pPr/>
            <a:r>
              <a:t>Android App: Native experience built with Jetpack Compose.</a:t>
            </a:r>
          </a:p>
          <a:p>
            <a:pPr/>
            <a:r>
              <a:t>Features: Auth, Task Management, User Administration, Profile Settings.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Layer: Angular (Web) &amp; Jetpack Compose (Android).</a:t>
            </a:r>
          </a:p>
          <a:p>
            <a:pPr/>
            <a:r>
              <a:t>API Layer: Spring Boot REST API (Stateless).</a:t>
            </a:r>
          </a:p>
          <a:p>
            <a:pPr/>
            <a:r>
              <a:t>Persistence: PostgreSQL (AWS RDS) managed via Flyway.</a:t>
            </a:r>
          </a:p>
          <a:p>
            <a:pPr/>
            <a:r>
              <a:t>Infrastructure: Containerized deployment on AWS ECS Fargate.</a:t>
            </a:r>
          </a:p>
          <a:p>
            <a:pPr/>
            <a:r>
              <a:t>Communication: HTTPS / REST / Basic Auth.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Excellence: Spring Boot 4 &amp; JPA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Code: DTO-based communication (fromEntity mapping).</a:t>
            </a:r>
          </a:p>
          <a:p>
            <a:pPr/>
            <a:r>
              <a:t>Security: RBAC with Spring Security and BCrypt.</a:t>
            </a:r>
          </a:p>
          <a:p>
            <a:pPr/>
            <a:r>
              <a:t>Efficiency: Automated database migrations with Flyway.</a:t>
            </a:r>
          </a:p>
          <a:p>
            <a:pPr/>
            <a:r>
              <a:t>Junie's Role: Scaffolding controllers, repositories, and optimizing JPA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Frontend: Angular &amp;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Reactive State: Angular Signals for fine-grained updates.</a:t>
            </a:r>
          </a:p>
          <a:p>
            <a:pPr/>
            <a:r>
              <a:t>Standalone Architecture: Modular, tree-shakable components.</a:t>
            </a:r>
          </a:p>
          <a:p>
            <a:pPr/>
            <a:r>
              <a:t>UX/UI: Material 3 (indigo-pink) for a professional look.</a:t>
            </a:r>
          </a:p>
          <a:p>
            <a:pPr/>
            <a:r>
              <a:t>Junie's Role: UI scaffolding and Signal-based service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Power: Android Jetpack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Declarative UI: Modern Kotlin-based UI development.</a:t>
            </a:r>
          </a:p>
          <a:p>
            <a:pPr/>
            <a:r>
              <a:t>Offline First: Local caching with Room Database.</a:t>
            </a:r>
          </a:p>
          <a:p>
            <a:pPr/>
            <a:r>
              <a:t>Reactive Flow: Coroutines and Flow for data sync.</a:t>
            </a:r>
          </a:p>
          <a:p>
            <a:pPr/>
            <a:r>
              <a:t>Junie's Role: Translating web requirements to native mobile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Development with Junie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Awareness: Multi-language project understanding.</a:t>
            </a:r>
          </a:p>
          <a:p>
            <a:pPr/>
            <a:r>
              <a:t>Unit Test Generation: Automated JUnit 5 and Vitest coverage.</a:t>
            </a:r>
          </a:p>
          <a:p>
            <a:pPr/>
            <a:r>
              <a:t>Command Execution: Direct terminal interaction for builds/deploys.</a:t>
            </a:r>
          </a:p>
          <a:p>
            <a:pPr/>
            <a:r>
              <a:t>Productivity: 40% reduction in repetitive coding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Seamless Database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Syncing schema changes between Backend and Mobile.</a:t>
            </a:r>
          </a:p>
          <a:p>
            <a:pPr/>
            <a:r>
              <a:t>Process: Modify JPA Entity -&gt; Junie generates Flyway SQL.</a:t>
            </a:r>
          </a:p>
          <a:p>
            <a:pPr/>
            <a:r>
              <a:t>Sync: Junie updates Android Room Entity and Migration scripts.</a:t>
            </a:r>
          </a:p>
          <a:p>
            <a:pPr/>
            <a:r>
              <a:t>Result: Consistent data state across all platforms.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AWS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Docker: Identical dev/prod environments via Compose.</a:t>
            </a:r>
          </a:p>
          <a:p>
            <a:pPr/>
            <a:r>
              <a:t>AWS Fargate: Serverless container orchestration.</a:t>
            </a:r>
          </a:p>
          <a:p>
            <a:pPr/>
            <a:r>
              <a:t>CI/CD: Automated PowerShell scripts for ECR/ECS.</a:t>
            </a:r>
          </a:p>
          <a:p>
            <a:pPr/>
            <a:r>
              <a:t>Junie's Role: Infrastructure as Code (Task Definitions) and log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The Productivity Multiplier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Speed: Faster time-to-market for full-stack features.</a:t>
            </a:r>
          </a:p>
          <a:p>
            <a:pPr/>
            <a:r>
              <a:t>Quality: Consistent standards and high test coverage.</a:t>
            </a:r>
          </a:p>
          <a:p>
            <a:pPr/>
            <a:r>
              <a:t>Integration: Bridging the gap between Web, Mobile, and Backend.</a:t>
            </a:r>
          </a:p>
          <a:p>
            <a:pPr/>
            <a:r>
              <a:t>Motto: Build smarter, not harder, with Junie.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